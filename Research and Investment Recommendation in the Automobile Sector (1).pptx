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3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1B1B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1B1B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1B1B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1B1B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8F8F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755" y="1935607"/>
            <a:ext cx="6382384" cy="47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1B1B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072" y="2303399"/>
            <a:ext cx="10288270" cy="219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231" y="2296795"/>
            <a:ext cx="4453255" cy="1405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ts val="3660"/>
              </a:lnSpc>
              <a:spcBef>
                <a:spcPts val="125"/>
              </a:spcBef>
              <a:tabLst>
                <a:tab pos="2984500" algn="l"/>
              </a:tabLst>
            </a:pPr>
            <a:r>
              <a:rPr spc="195" dirty="0"/>
              <a:t>Research</a:t>
            </a:r>
            <a:r>
              <a:rPr spc="-50" dirty="0"/>
              <a:t> </a:t>
            </a:r>
            <a:r>
              <a:rPr spc="204" dirty="0"/>
              <a:t>and</a:t>
            </a:r>
            <a:r>
              <a:rPr spc="-45" dirty="0"/>
              <a:t> </a:t>
            </a:r>
            <a:r>
              <a:rPr spc="145" dirty="0"/>
              <a:t>In</a:t>
            </a:r>
            <a:r>
              <a:rPr dirty="0"/>
              <a:t>	</a:t>
            </a:r>
            <a:r>
              <a:rPr spc="200" dirty="0"/>
              <a:t>estment </a:t>
            </a:r>
            <a:r>
              <a:rPr spc="215" dirty="0"/>
              <a:t>Recommendation</a:t>
            </a:r>
            <a:r>
              <a:rPr spc="125" dirty="0"/>
              <a:t> </a:t>
            </a:r>
            <a:r>
              <a:rPr spc="160" dirty="0"/>
              <a:t>in</a:t>
            </a:r>
            <a:r>
              <a:rPr spc="130" dirty="0"/>
              <a:t> </a:t>
            </a:r>
            <a:r>
              <a:rPr spc="170" dirty="0"/>
              <a:t>the</a:t>
            </a:r>
          </a:p>
          <a:p>
            <a:pPr marL="12700">
              <a:lnSpc>
                <a:spcPts val="3520"/>
              </a:lnSpc>
            </a:pPr>
            <a:r>
              <a:rPr spc="195" dirty="0"/>
              <a:t>Automobile</a:t>
            </a:r>
            <a:r>
              <a:rPr spc="135" dirty="0"/>
              <a:t> </a:t>
            </a:r>
            <a:r>
              <a:rPr spc="185" dirty="0"/>
              <a:t>Sector-</a:t>
            </a:r>
            <a:r>
              <a:rPr spc="190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755" y="3910965"/>
            <a:ext cx="49758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75" dirty="0">
                <a:solidFill>
                  <a:srgbClr val="3E4053"/>
                </a:solidFill>
                <a:latin typeface="Microsoft Sans Serif"/>
                <a:cs typeface="Microsoft Sans Serif"/>
              </a:rPr>
              <a:t>A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Data-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Driven</a:t>
            </a:r>
            <a:r>
              <a:rPr sz="1150" spc="7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Analysis</a:t>
            </a:r>
            <a:r>
              <a:rPr sz="1150" spc="8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on</a:t>
            </a:r>
            <a:r>
              <a:rPr sz="1150" spc="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Performance,</a:t>
            </a:r>
            <a:r>
              <a:rPr sz="1150" spc="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Strategy,</a:t>
            </a:r>
            <a:r>
              <a:rPr sz="1150" spc="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Future</a:t>
            </a:r>
            <a:r>
              <a:rPr sz="1150" spc="8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Outlook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132" y="2506345"/>
            <a:ext cx="228600" cy="184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7559" y="0"/>
            <a:ext cx="4282440" cy="6438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991870"/>
            <a:ext cx="664337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5780" algn="l"/>
                <a:tab pos="1118870" algn="l"/>
              </a:tabLst>
            </a:pPr>
            <a:r>
              <a:rPr spc="240" dirty="0"/>
              <a:t>O</a:t>
            </a:r>
            <a:r>
              <a:rPr dirty="0"/>
              <a:t>	</a:t>
            </a:r>
            <a:r>
              <a:rPr spc="155" dirty="0"/>
              <a:t>er</a:t>
            </a:r>
            <a:r>
              <a:rPr dirty="0"/>
              <a:t>	</a:t>
            </a:r>
            <a:r>
              <a:rPr spc="210" dirty="0"/>
              <a:t>iew</a:t>
            </a:r>
            <a:r>
              <a:rPr spc="-120" dirty="0"/>
              <a:t> </a:t>
            </a:r>
            <a:r>
              <a:rPr spc="180" dirty="0"/>
              <a:t>of</a:t>
            </a:r>
            <a:r>
              <a:rPr spc="-110" dirty="0"/>
              <a:t> </a:t>
            </a:r>
            <a:r>
              <a:rPr spc="180" dirty="0"/>
              <a:t>Indian</a:t>
            </a:r>
            <a:r>
              <a:rPr spc="-105" dirty="0"/>
              <a:t> </a:t>
            </a:r>
            <a:r>
              <a:rPr spc="195" dirty="0"/>
              <a:t>Automobile</a:t>
            </a:r>
            <a:r>
              <a:rPr spc="-110" dirty="0"/>
              <a:t> </a:t>
            </a:r>
            <a:r>
              <a:rPr spc="165" dirty="0"/>
              <a:t>Sector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231" y="1689786"/>
            <a:ext cx="927544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100"/>
              </a:spcBef>
            </a:pP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Indian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automobile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industry</a:t>
            </a:r>
            <a:r>
              <a:rPr sz="1150" spc="1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is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world's</a:t>
            </a:r>
            <a:r>
              <a:rPr sz="1150" spc="1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third-largest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by</a:t>
            </a:r>
            <a:r>
              <a:rPr sz="1150" spc="1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volume,</a:t>
            </a:r>
            <a:r>
              <a:rPr sz="1150" spc="17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valued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at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approximately</a:t>
            </a:r>
            <a:r>
              <a:rPr sz="1150" spc="2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10.5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lakh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(FY24),</a:t>
            </a:r>
            <a:r>
              <a:rPr sz="1150" spc="17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contributing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significantly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to</a:t>
            </a:r>
            <a:r>
              <a:rPr sz="1150" spc="-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India9s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3E4053"/>
                </a:solidFill>
                <a:latin typeface="Microsoft Sans Serif"/>
                <a:cs typeface="Microsoft Sans Serif"/>
              </a:rPr>
              <a:t>GDP.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266" y="1201928"/>
            <a:ext cx="228600" cy="184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407" y="1201928"/>
            <a:ext cx="228600" cy="1841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99427" y="2398141"/>
            <a:ext cx="5039360" cy="1333500"/>
            <a:chOff x="599427" y="2398141"/>
            <a:chExt cx="5039360" cy="1333500"/>
          </a:xfrm>
        </p:grpSpPr>
        <p:sp>
          <p:nvSpPr>
            <p:cNvPr id="7" name="object 7"/>
            <p:cNvSpPr/>
            <p:nvPr/>
          </p:nvSpPr>
          <p:spPr>
            <a:xfrm>
              <a:off x="608965" y="2626741"/>
              <a:ext cx="5019675" cy="1095375"/>
            </a:xfrm>
            <a:custGeom>
              <a:avLst/>
              <a:gdLst/>
              <a:ahLst/>
              <a:cxnLst/>
              <a:rect l="l" t="t" r="r" b="b"/>
              <a:pathLst>
                <a:path w="5019675" h="1095375">
                  <a:moveTo>
                    <a:pt x="4957318" y="0"/>
                  </a:moveTo>
                  <a:lnTo>
                    <a:pt x="62293" y="0"/>
                  </a:lnTo>
                  <a:lnTo>
                    <a:pt x="57962" y="380"/>
                  </a:lnTo>
                  <a:lnTo>
                    <a:pt x="22618" y="18668"/>
                  </a:lnTo>
                  <a:lnTo>
                    <a:pt x="2133" y="56387"/>
                  </a:lnTo>
                  <a:lnTo>
                    <a:pt x="0" y="71119"/>
                  </a:lnTo>
                  <a:lnTo>
                    <a:pt x="0" y="1058036"/>
                  </a:lnTo>
                  <a:lnTo>
                    <a:pt x="21259" y="1089913"/>
                  </a:lnTo>
                  <a:lnTo>
                    <a:pt x="37274" y="1095374"/>
                  </a:lnTo>
                  <a:lnTo>
                    <a:pt x="4982337" y="1095374"/>
                  </a:lnTo>
                  <a:lnTo>
                    <a:pt x="5014214" y="1074038"/>
                  </a:lnTo>
                  <a:lnTo>
                    <a:pt x="5019675" y="1058036"/>
                  </a:lnTo>
                  <a:lnTo>
                    <a:pt x="5019675" y="71119"/>
                  </a:lnTo>
                  <a:lnTo>
                    <a:pt x="5005959" y="29590"/>
                  </a:lnTo>
                  <a:lnTo>
                    <a:pt x="4974463" y="3809"/>
                  </a:lnTo>
                  <a:lnTo>
                    <a:pt x="4961763" y="380"/>
                  </a:lnTo>
                  <a:lnTo>
                    <a:pt x="4957318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427" y="2627503"/>
              <a:ext cx="5039360" cy="1104265"/>
            </a:xfrm>
            <a:custGeom>
              <a:avLst/>
              <a:gdLst/>
              <a:ahLst/>
              <a:cxnLst/>
              <a:rect l="l" t="t" r="r" b="b"/>
              <a:pathLst>
                <a:path w="5039360" h="1104264">
                  <a:moveTo>
                    <a:pt x="4973332" y="0"/>
                  </a:moveTo>
                  <a:lnTo>
                    <a:pt x="4977396" y="1142"/>
                  </a:lnTo>
                  <a:lnTo>
                    <a:pt x="4991366" y="8889"/>
                  </a:lnTo>
                  <a:lnTo>
                    <a:pt x="5015369" y="46227"/>
                  </a:lnTo>
                  <a:lnTo>
                    <a:pt x="5019687" y="75437"/>
                  </a:lnTo>
                  <a:lnTo>
                    <a:pt x="5019687" y="1051559"/>
                  </a:lnTo>
                  <a:lnTo>
                    <a:pt x="4992890" y="1084452"/>
                  </a:lnTo>
                  <a:lnTo>
                    <a:pt x="4986159" y="1085087"/>
                  </a:lnTo>
                  <a:lnTo>
                    <a:pt x="52514" y="1085087"/>
                  </a:lnTo>
                  <a:lnTo>
                    <a:pt x="19672" y="1058290"/>
                  </a:lnTo>
                  <a:lnTo>
                    <a:pt x="19050" y="1051559"/>
                  </a:lnTo>
                  <a:lnTo>
                    <a:pt x="19050" y="75437"/>
                  </a:lnTo>
                  <a:lnTo>
                    <a:pt x="28676" y="33019"/>
                  </a:lnTo>
                  <a:lnTo>
                    <a:pt x="61341" y="1142"/>
                  </a:lnTo>
                  <a:lnTo>
                    <a:pt x="65443" y="0"/>
                  </a:lnTo>
                  <a:lnTo>
                    <a:pt x="61341" y="634"/>
                  </a:lnTo>
                  <a:lnTo>
                    <a:pt x="22326" y="21462"/>
                  </a:lnTo>
                  <a:lnTo>
                    <a:pt x="1460" y="60578"/>
                  </a:lnTo>
                  <a:lnTo>
                    <a:pt x="0" y="75437"/>
                  </a:lnTo>
                  <a:lnTo>
                    <a:pt x="0" y="1058544"/>
                  </a:lnTo>
                  <a:lnTo>
                    <a:pt x="20307" y="1093596"/>
                  </a:lnTo>
                  <a:lnTo>
                    <a:pt x="45542" y="1104137"/>
                  </a:lnTo>
                  <a:lnTo>
                    <a:pt x="4993144" y="1104137"/>
                  </a:lnTo>
                  <a:lnTo>
                    <a:pt x="5028323" y="1083817"/>
                  </a:lnTo>
                  <a:lnTo>
                    <a:pt x="5038737" y="1058544"/>
                  </a:lnTo>
                  <a:lnTo>
                    <a:pt x="5038737" y="75437"/>
                  </a:lnTo>
                  <a:lnTo>
                    <a:pt x="5025910" y="33019"/>
                  </a:lnTo>
                  <a:lnTo>
                    <a:pt x="4991620" y="4952"/>
                  </a:lnTo>
                  <a:lnTo>
                    <a:pt x="4973332" y="0"/>
                  </a:lnTo>
                  <a:close/>
                </a:path>
              </a:pathLst>
            </a:custGeom>
            <a:solidFill>
              <a:srgbClr val="B7BD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440" y="2398141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2530221" y="0"/>
                  </a:moveTo>
                  <a:lnTo>
                    <a:pt x="2515616" y="0"/>
                  </a:lnTo>
                  <a:lnTo>
                    <a:pt x="2472054" y="5714"/>
                  </a:lnTo>
                  <a:lnTo>
                    <a:pt x="2430526" y="19812"/>
                  </a:lnTo>
                  <a:lnTo>
                    <a:pt x="2392426" y="41782"/>
                  </a:lnTo>
                  <a:lnTo>
                    <a:pt x="2359405" y="70738"/>
                  </a:lnTo>
                  <a:lnTo>
                    <a:pt x="2332736" y="105537"/>
                  </a:lnTo>
                  <a:lnTo>
                    <a:pt x="2313304" y="144906"/>
                  </a:lnTo>
                  <a:lnTo>
                    <a:pt x="2302002" y="187325"/>
                  </a:lnTo>
                  <a:lnTo>
                    <a:pt x="2299462" y="209550"/>
                  </a:lnTo>
                  <a:lnTo>
                    <a:pt x="49047" y="209550"/>
                  </a:lnTo>
                  <a:lnTo>
                    <a:pt x="12941" y="227329"/>
                  </a:lnTo>
                  <a:lnTo>
                    <a:pt x="0" y="258571"/>
                  </a:lnTo>
                  <a:lnTo>
                    <a:pt x="0" y="285750"/>
                  </a:lnTo>
                  <a:lnTo>
                    <a:pt x="2307843" y="285750"/>
                  </a:lnTo>
                  <a:lnTo>
                    <a:pt x="2310891" y="295782"/>
                  </a:lnTo>
                  <a:lnTo>
                    <a:pt x="2328926" y="335788"/>
                  </a:lnTo>
                  <a:lnTo>
                    <a:pt x="2354579" y="371475"/>
                  </a:lnTo>
                  <a:lnTo>
                    <a:pt x="2386584" y="401446"/>
                  </a:lnTo>
                  <a:lnTo>
                    <a:pt x="2423922" y="424688"/>
                  </a:lnTo>
                  <a:lnTo>
                    <a:pt x="2464942" y="440054"/>
                  </a:lnTo>
                  <a:lnTo>
                    <a:pt x="2508250" y="447293"/>
                  </a:lnTo>
                  <a:lnTo>
                    <a:pt x="2515616" y="447675"/>
                  </a:lnTo>
                  <a:lnTo>
                    <a:pt x="2530221" y="447675"/>
                  </a:lnTo>
                  <a:lnTo>
                    <a:pt x="2573782" y="441832"/>
                  </a:lnTo>
                  <a:lnTo>
                    <a:pt x="2615311" y="427735"/>
                  </a:lnTo>
                  <a:lnTo>
                    <a:pt x="2653411" y="405764"/>
                  </a:lnTo>
                  <a:lnTo>
                    <a:pt x="2686431" y="376808"/>
                  </a:lnTo>
                  <a:lnTo>
                    <a:pt x="2713101" y="342010"/>
                  </a:lnTo>
                  <a:lnTo>
                    <a:pt x="2732532" y="302640"/>
                  </a:lnTo>
                  <a:lnTo>
                    <a:pt x="2737993" y="285750"/>
                  </a:lnTo>
                  <a:lnTo>
                    <a:pt x="5038725" y="285750"/>
                  </a:lnTo>
                  <a:lnTo>
                    <a:pt x="5038725" y="258571"/>
                  </a:lnTo>
                  <a:lnTo>
                    <a:pt x="5020945" y="222376"/>
                  </a:lnTo>
                  <a:lnTo>
                    <a:pt x="4989703" y="209550"/>
                  </a:lnTo>
                  <a:lnTo>
                    <a:pt x="2746375" y="209550"/>
                  </a:lnTo>
                  <a:lnTo>
                    <a:pt x="2739263" y="165862"/>
                  </a:lnTo>
                  <a:lnTo>
                    <a:pt x="2723769" y="124713"/>
                  </a:lnTo>
                  <a:lnTo>
                    <a:pt x="2700655" y="87502"/>
                  </a:lnTo>
                  <a:lnTo>
                    <a:pt x="2670556" y="55371"/>
                  </a:lnTo>
                  <a:lnTo>
                    <a:pt x="2634868" y="29844"/>
                  </a:lnTo>
                  <a:lnTo>
                    <a:pt x="2594864" y="11683"/>
                  </a:lnTo>
                  <a:lnTo>
                    <a:pt x="2552191" y="1777"/>
                  </a:lnTo>
                  <a:lnTo>
                    <a:pt x="2530221" y="0"/>
                  </a:lnTo>
                  <a:close/>
                </a:path>
              </a:pathLst>
            </a:custGeom>
            <a:solidFill>
              <a:srgbClr val="4866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1871" y="2542718"/>
              <a:ext cx="179933" cy="1574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676" y="3074162"/>
              <a:ext cx="717892" cy="1572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1211" y="3073527"/>
              <a:ext cx="649858" cy="127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639" y="3377311"/>
              <a:ext cx="3134055" cy="1083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5034" y="3377311"/>
              <a:ext cx="1398651" cy="13728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790565" y="2398141"/>
            <a:ext cx="5038725" cy="1333500"/>
            <a:chOff x="5790565" y="2398141"/>
            <a:chExt cx="5038725" cy="1333500"/>
          </a:xfrm>
        </p:grpSpPr>
        <p:sp>
          <p:nvSpPr>
            <p:cNvPr id="16" name="object 16"/>
            <p:cNvSpPr/>
            <p:nvPr/>
          </p:nvSpPr>
          <p:spPr>
            <a:xfrm>
              <a:off x="5800090" y="2626741"/>
              <a:ext cx="5019675" cy="1095375"/>
            </a:xfrm>
            <a:custGeom>
              <a:avLst/>
              <a:gdLst/>
              <a:ahLst/>
              <a:cxnLst/>
              <a:rect l="l" t="t" r="r" b="b"/>
              <a:pathLst>
                <a:path w="5019675" h="1095375">
                  <a:moveTo>
                    <a:pt x="4957318" y="0"/>
                  </a:moveTo>
                  <a:lnTo>
                    <a:pt x="62230" y="0"/>
                  </a:lnTo>
                  <a:lnTo>
                    <a:pt x="57912" y="380"/>
                  </a:lnTo>
                  <a:lnTo>
                    <a:pt x="22606" y="18668"/>
                  </a:lnTo>
                  <a:lnTo>
                    <a:pt x="2159" y="56387"/>
                  </a:lnTo>
                  <a:lnTo>
                    <a:pt x="0" y="71119"/>
                  </a:lnTo>
                  <a:lnTo>
                    <a:pt x="0" y="1058036"/>
                  </a:lnTo>
                  <a:lnTo>
                    <a:pt x="21209" y="1089913"/>
                  </a:lnTo>
                  <a:lnTo>
                    <a:pt x="37337" y="1095374"/>
                  </a:lnTo>
                  <a:lnTo>
                    <a:pt x="4982337" y="1095374"/>
                  </a:lnTo>
                  <a:lnTo>
                    <a:pt x="5014214" y="1074038"/>
                  </a:lnTo>
                  <a:lnTo>
                    <a:pt x="5019675" y="1058036"/>
                  </a:lnTo>
                  <a:lnTo>
                    <a:pt x="5019675" y="71119"/>
                  </a:lnTo>
                  <a:lnTo>
                    <a:pt x="5005959" y="29590"/>
                  </a:lnTo>
                  <a:lnTo>
                    <a:pt x="4974463" y="3809"/>
                  </a:lnTo>
                  <a:lnTo>
                    <a:pt x="4961763" y="380"/>
                  </a:lnTo>
                  <a:lnTo>
                    <a:pt x="4957318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90565" y="2627503"/>
              <a:ext cx="5038725" cy="1104265"/>
            </a:xfrm>
            <a:custGeom>
              <a:avLst/>
              <a:gdLst/>
              <a:ahLst/>
              <a:cxnLst/>
              <a:rect l="l" t="t" r="r" b="b"/>
              <a:pathLst>
                <a:path w="5038725" h="1104264">
                  <a:moveTo>
                    <a:pt x="4973320" y="0"/>
                  </a:moveTo>
                  <a:lnTo>
                    <a:pt x="4977384" y="1142"/>
                  </a:lnTo>
                  <a:lnTo>
                    <a:pt x="4991354" y="8889"/>
                  </a:lnTo>
                  <a:lnTo>
                    <a:pt x="5015357" y="46227"/>
                  </a:lnTo>
                  <a:lnTo>
                    <a:pt x="5019675" y="75437"/>
                  </a:lnTo>
                  <a:lnTo>
                    <a:pt x="5019675" y="1051559"/>
                  </a:lnTo>
                  <a:lnTo>
                    <a:pt x="4992878" y="1084452"/>
                  </a:lnTo>
                  <a:lnTo>
                    <a:pt x="4986146" y="1085087"/>
                  </a:lnTo>
                  <a:lnTo>
                    <a:pt x="52450" y="1085087"/>
                  </a:lnTo>
                  <a:lnTo>
                    <a:pt x="19685" y="1058290"/>
                  </a:lnTo>
                  <a:lnTo>
                    <a:pt x="19050" y="1051559"/>
                  </a:lnTo>
                  <a:lnTo>
                    <a:pt x="19050" y="75437"/>
                  </a:lnTo>
                  <a:lnTo>
                    <a:pt x="28701" y="33019"/>
                  </a:lnTo>
                  <a:lnTo>
                    <a:pt x="61340" y="1142"/>
                  </a:lnTo>
                  <a:lnTo>
                    <a:pt x="65405" y="0"/>
                  </a:lnTo>
                  <a:lnTo>
                    <a:pt x="61340" y="634"/>
                  </a:lnTo>
                  <a:lnTo>
                    <a:pt x="22351" y="21462"/>
                  </a:lnTo>
                  <a:lnTo>
                    <a:pt x="1397" y="60578"/>
                  </a:lnTo>
                  <a:lnTo>
                    <a:pt x="0" y="75437"/>
                  </a:lnTo>
                  <a:lnTo>
                    <a:pt x="0" y="1058544"/>
                  </a:lnTo>
                  <a:lnTo>
                    <a:pt x="20320" y="1093596"/>
                  </a:lnTo>
                  <a:lnTo>
                    <a:pt x="45465" y="1104137"/>
                  </a:lnTo>
                  <a:lnTo>
                    <a:pt x="4993132" y="1104137"/>
                  </a:lnTo>
                  <a:lnTo>
                    <a:pt x="5028311" y="1083817"/>
                  </a:lnTo>
                  <a:lnTo>
                    <a:pt x="5038725" y="1058544"/>
                  </a:lnTo>
                  <a:lnTo>
                    <a:pt x="5038725" y="75437"/>
                  </a:lnTo>
                  <a:lnTo>
                    <a:pt x="5025898" y="33019"/>
                  </a:lnTo>
                  <a:lnTo>
                    <a:pt x="4991608" y="4952"/>
                  </a:lnTo>
                  <a:lnTo>
                    <a:pt x="4973320" y="0"/>
                  </a:lnTo>
                  <a:close/>
                </a:path>
              </a:pathLst>
            </a:custGeom>
            <a:solidFill>
              <a:srgbClr val="B7BD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90565" y="2398141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2530220" y="0"/>
                  </a:moveTo>
                  <a:lnTo>
                    <a:pt x="2506091" y="0"/>
                  </a:lnTo>
                  <a:lnTo>
                    <a:pt x="2462530" y="5714"/>
                  </a:lnTo>
                  <a:lnTo>
                    <a:pt x="2421001" y="19812"/>
                  </a:lnTo>
                  <a:lnTo>
                    <a:pt x="2382901" y="41782"/>
                  </a:lnTo>
                  <a:lnTo>
                    <a:pt x="2349881" y="70738"/>
                  </a:lnTo>
                  <a:lnTo>
                    <a:pt x="2323211" y="105537"/>
                  </a:lnTo>
                  <a:lnTo>
                    <a:pt x="2303780" y="144906"/>
                  </a:lnTo>
                  <a:lnTo>
                    <a:pt x="2292477" y="187325"/>
                  </a:lnTo>
                  <a:lnTo>
                    <a:pt x="2289937" y="209550"/>
                  </a:lnTo>
                  <a:lnTo>
                    <a:pt x="49022" y="209550"/>
                  </a:lnTo>
                  <a:lnTo>
                    <a:pt x="12954" y="227329"/>
                  </a:lnTo>
                  <a:lnTo>
                    <a:pt x="0" y="258571"/>
                  </a:lnTo>
                  <a:lnTo>
                    <a:pt x="0" y="285750"/>
                  </a:lnTo>
                  <a:lnTo>
                    <a:pt x="2298318" y="285750"/>
                  </a:lnTo>
                  <a:lnTo>
                    <a:pt x="2301366" y="295782"/>
                  </a:lnTo>
                  <a:lnTo>
                    <a:pt x="2319401" y="335788"/>
                  </a:lnTo>
                  <a:lnTo>
                    <a:pt x="2345055" y="371475"/>
                  </a:lnTo>
                  <a:lnTo>
                    <a:pt x="2377059" y="401446"/>
                  </a:lnTo>
                  <a:lnTo>
                    <a:pt x="2414396" y="424688"/>
                  </a:lnTo>
                  <a:lnTo>
                    <a:pt x="2455417" y="440054"/>
                  </a:lnTo>
                  <a:lnTo>
                    <a:pt x="2498725" y="447293"/>
                  </a:lnTo>
                  <a:lnTo>
                    <a:pt x="2506091" y="447675"/>
                  </a:lnTo>
                  <a:lnTo>
                    <a:pt x="2530220" y="447675"/>
                  </a:lnTo>
                  <a:lnTo>
                    <a:pt x="2573782" y="441832"/>
                  </a:lnTo>
                  <a:lnTo>
                    <a:pt x="2615311" y="427735"/>
                  </a:lnTo>
                  <a:lnTo>
                    <a:pt x="2653411" y="405764"/>
                  </a:lnTo>
                  <a:lnTo>
                    <a:pt x="2686431" y="376808"/>
                  </a:lnTo>
                  <a:lnTo>
                    <a:pt x="2713101" y="342010"/>
                  </a:lnTo>
                  <a:lnTo>
                    <a:pt x="2732532" y="302640"/>
                  </a:lnTo>
                  <a:lnTo>
                    <a:pt x="2737992" y="285750"/>
                  </a:lnTo>
                  <a:lnTo>
                    <a:pt x="5038725" y="285750"/>
                  </a:lnTo>
                  <a:lnTo>
                    <a:pt x="5038725" y="258571"/>
                  </a:lnTo>
                  <a:lnTo>
                    <a:pt x="5020945" y="222376"/>
                  </a:lnTo>
                  <a:lnTo>
                    <a:pt x="4989703" y="209550"/>
                  </a:lnTo>
                  <a:lnTo>
                    <a:pt x="2746375" y="209550"/>
                  </a:lnTo>
                  <a:lnTo>
                    <a:pt x="2739263" y="165862"/>
                  </a:lnTo>
                  <a:lnTo>
                    <a:pt x="2723768" y="124713"/>
                  </a:lnTo>
                  <a:lnTo>
                    <a:pt x="2700655" y="87502"/>
                  </a:lnTo>
                  <a:lnTo>
                    <a:pt x="2670556" y="55371"/>
                  </a:lnTo>
                  <a:lnTo>
                    <a:pt x="2634868" y="29844"/>
                  </a:lnTo>
                  <a:lnTo>
                    <a:pt x="2594864" y="11683"/>
                  </a:lnTo>
                  <a:lnTo>
                    <a:pt x="2552191" y="1777"/>
                  </a:lnTo>
                  <a:lnTo>
                    <a:pt x="2530220" y="0"/>
                  </a:lnTo>
                  <a:close/>
                </a:path>
              </a:pathLst>
            </a:custGeom>
            <a:solidFill>
              <a:srgbClr val="4866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2996" y="2542718"/>
              <a:ext cx="179933" cy="1574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977509" y="3082163"/>
              <a:ext cx="302260" cy="149225"/>
            </a:xfrm>
            <a:custGeom>
              <a:avLst/>
              <a:gdLst/>
              <a:ahLst/>
              <a:cxnLst/>
              <a:rect l="l" t="t" r="r" b="b"/>
              <a:pathLst>
                <a:path w="302260" h="149225">
                  <a:moveTo>
                    <a:pt x="13715" y="116967"/>
                  </a:moveTo>
                  <a:lnTo>
                    <a:pt x="4825" y="116967"/>
                  </a:lnTo>
                  <a:lnTo>
                    <a:pt x="5968" y="117221"/>
                  </a:lnTo>
                  <a:lnTo>
                    <a:pt x="12445" y="117221"/>
                  </a:lnTo>
                  <a:lnTo>
                    <a:pt x="13715" y="116967"/>
                  </a:lnTo>
                  <a:close/>
                </a:path>
                <a:path w="302260" h="149225">
                  <a:moveTo>
                    <a:pt x="86360" y="116967"/>
                  </a:moveTo>
                  <a:lnTo>
                    <a:pt x="75437" y="116967"/>
                  </a:lnTo>
                  <a:lnTo>
                    <a:pt x="77088" y="117221"/>
                  </a:lnTo>
                  <a:lnTo>
                    <a:pt x="85089" y="117221"/>
                  </a:lnTo>
                  <a:lnTo>
                    <a:pt x="86360" y="116967"/>
                  </a:lnTo>
                  <a:close/>
                </a:path>
                <a:path w="302260" h="149225">
                  <a:moveTo>
                    <a:pt x="16510" y="116459"/>
                  </a:moveTo>
                  <a:lnTo>
                    <a:pt x="1904" y="116459"/>
                  </a:lnTo>
                  <a:lnTo>
                    <a:pt x="3174" y="116967"/>
                  </a:lnTo>
                  <a:lnTo>
                    <a:pt x="15240" y="116967"/>
                  </a:lnTo>
                  <a:lnTo>
                    <a:pt x="16510" y="116459"/>
                  </a:lnTo>
                  <a:close/>
                </a:path>
                <a:path w="302260" h="149225">
                  <a:moveTo>
                    <a:pt x="40214" y="56134"/>
                  </a:moveTo>
                  <a:lnTo>
                    <a:pt x="18541" y="56134"/>
                  </a:lnTo>
                  <a:lnTo>
                    <a:pt x="69976" y="114427"/>
                  </a:lnTo>
                  <a:lnTo>
                    <a:pt x="71119" y="115570"/>
                  </a:lnTo>
                  <a:lnTo>
                    <a:pt x="71881" y="115951"/>
                  </a:lnTo>
                  <a:lnTo>
                    <a:pt x="72643" y="116459"/>
                  </a:lnTo>
                  <a:lnTo>
                    <a:pt x="74337" y="116967"/>
                  </a:lnTo>
                  <a:lnTo>
                    <a:pt x="87757" y="116967"/>
                  </a:lnTo>
                  <a:lnTo>
                    <a:pt x="89281" y="116459"/>
                  </a:lnTo>
                  <a:lnTo>
                    <a:pt x="89788" y="116459"/>
                  </a:lnTo>
                  <a:lnTo>
                    <a:pt x="90297" y="115951"/>
                  </a:lnTo>
                  <a:lnTo>
                    <a:pt x="90593" y="115570"/>
                  </a:lnTo>
                  <a:lnTo>
                    <a:pt x="90847" y="115189"/>
                  </a:lnTo>
                  <a:lnTo>
                    <a:pt x="90931" y="113411"/>
                  </a:lnTo>
                  <a:lnTo>
                    <a:pt x="90677" y="112776"/>
                  </a:lnTo>
                  <a:lnTo>
                    <a:pt x="90424" y="112268"/>
                  </a:lnTo>
                  <a:lnTo>
                    <a:pt x="89788" y="111125"/>
                  </a:lnTo>
                  <a:lnTo>
                    <a:pt x="88518" y="109600"/>
                  </a:lnTo>
                  <a:lnTo>
                    <a:pt x="40214" y="56134"/>
                  </a:lnTo>
                  <a:close/>
                </a:path>
                <a:path w="302260" h="149225">
                  <a:moveTo>
                    <a:pt x="17779" y="888"/>
                  </a:moveTo>
                  <a:lnTo>
                    <a:pt x="635" y="888"/>
                  </a:lnTo>
                  <a:lnTo>
                    <a:pt x="380" y="1270"/>
                  </a:lnTo>
                  <a:lnTo>
                    <a:pt x="0" y="1650"/>
                  </a:lnTo>
                  <a:lnTo>
                    <a:pt x="0" y="115189"/>
                  </a:lnTo>
                  <a:lnTo>
                    <a:pt x="380" y="115570"/>
                  </a:lnTo>
                  <a:lnTo>
                    <a:pt x="635" y="115951"/>
                  </a:lnTo>
                  <a:lnTo>
                    <a:pt x="1312" y="116459"/>
                  </a:lnTo>
                  <a:lnTo>
                    <a:pt x="17102" y="116459"/>
                  </a:lnTo>
                  <a:lnTo>
                    <a:pt x="17779" y="115951"/>
                  </a:lnTo>
                  <a:lnTo>
                    <a:pt x="18033" y="115570"/>
                  </a:lnTo>
                  <a:lnTo>
                    <a:pt x="18414" y="115189"/>
                  </a:lnTo>
                  <a:lnTo>
                    <a:pt x="18541" y="56134"/>
                  </a:lnTo>
                  <a:lnTo>
                    <a:pt x="40214" y="56134"/>
                  </a:lnTo>
                  <a:lnTo>
                    <a:pt x="38607" y="54356"/>
                  </a:lnTo>
                  <a:lnTo>
                    <a:pt x="18541" y="54356"/>
                  </a:lnTo>
                  <a:lnTo>
                    <a:pt x="18414" y="1650"/>
                  </a:lnTo>
                  <a:lnTo>
                    <a:pt x="18033" y="1270"/>
                  </a:lnTo>
                  <a:lnTo>
                    <a:pt x="17779" y="888"/>
                  </a:lnTo>
                  <a:close/>
                </a:path>
                <a:path w="302260" h="149225">
                  <a:moveTo>
                    <a:pt x="85216" y="0"/>
                  </a:moveTo>
                  <a:lnTo>
                    <a:pt x="74295" y="0"/>
                  </a:lnTo>
                  <a:lnTo>
                    <a:pt x="68072" y="888"/>
                  </a:lnTo>
                  <a:lnTo>
                    <a:pt x="70103" y="888"/>
                  </a:lnTo>
                  <a:lnTo>
                    <a:pt x="69151" y="1270"/>
                  </a:lnTo>
                  <a:lnTo>
                    <a:pt x="69299" y="1270"/>
                  </a:lnTo>
                  <a:lnTo>
                    <a:pt x="68834" y="1650"/>
                  </a:lnTo>
                  <a:lnTo>
                    <a:pt x="67944" y="2540"/>
                  </a:lnTo>
                  <a:lnTo>
                    <a:pt x="18541" y="54356"/>
                  </a:lnTo>
                  <a:lnTo>
                    <a:pt x="38607" y="54356"/>
                  </a:lnTo>
                  <a:lnTo>
                    <a:pt x="84962" y="8128"/>
                  </a:lnTo>
                  <a:lnTo>
                    <a:pt x="88053" y="1650"/>
                  </a:lnTo>
                  <a:lnTo>
                    <a:pt x="87545" y="888"/>
                  </a:lnTo>
                  <a:lnTo>
                    <a:pt x="85216" y="0"/>
                  </a:lnTo>
                  <a:close/>
                </a:path>
                <a:path w="302260" h="149225">
                  <a:moveTo>
                    <a:pt x="15366" y="0"/>
                  </a:moveTo>
                  <a:lnTo>
                    <a:pt x="3048" y="0"/>
                  </a:lnTo>
                  <a:lnTo>
                    <a:pt x="380" y="888"/>
                  </a:lnTo>
                  <a:lnTo>
                    <a:pt x="18033" y="888"/>
                  </a:lnTo>
                  <a:lnTo>
                    <a:pt x="15366" y="0"/>
                  </a:lnTo>
                  <a:close/>
                </a:path>
                <a:path w="302260" h="149225">
                  <a:moveTo>
                    <a:pt x="160019" y="29337"/>
                  </a:moveTo>
                  <a:lnTo>
                    <a:pt x="145287" y="29337"/>
                  </a:lnTo>
                  <a:lnTo>
                    <a:pt x="138811" y="30353"/>
                  </a:lnTo>
                  <a:lnTo>
                    <a:pt x="132968" y="32512"/>
                  </a:lnTo>
                  <a:lnTo>
                    <a:pt x="127253" y="34544"/>
                  </a:lnTo>
                  <a:lnTo>
                    <a:pt x="122300" y="37465"/>
                  </a:lnTo>
                  <a:lnTo>
                    <a:pt x="118237" y="41402"/>
                  </a:lnTo>
                  <a:lnTo>
                    <a:pt x="114173" y="45212"/>
                  </a:lnTo>
                  <a:lnTo>
                    <a:pt x="111125" y="50037"/>
                  </a:lnTo>
                  <a:lnTo>
                    <a:pt x="108965" y="55499"/>
                  </a:lnTo>
                  <a:lnTo>
                    <a:pt x="106806" y="61087"/>
                  </a:lnTo>
                  <a:lnTo>
                    <a:pt x="105663" y="67310"/>
                  </a:lnTo>
                  <a:lnTo>
                    <a:pt x="105663" y="81661"/>
                  </a:lnTo>
                  <a:lnTo>
                    <a:pt x="106679" y="88011"/>
                  </a:lnTo>
                  <a:lnTo>
                    <a:pt x="108838" y="93599"/>
                  </a:lnTo>
                  <a:lnTo>
                    <a:pt x="110870" y="99060"/>
                  </a:lnTo>
                  <a:lnTo>
                    <a:pt x="133223" y="115570"/>
                  </a:lnTo>
                  <a:lnTo>
                    <a:pt x="139725" y="117602"/>
                  </a:lnTo>
                  <a:lnTo>
                    <a:pt x="140316" y="117602"/>
                  </a:lnTo>
                  <a:lnTo>
                    <a:pt x="146303" y="118364"/>
                  </a:lnTo>
                  <a:lnTo>
                    <a:pt x="158876" y="118364"/>
                  </a:lnTo>
                  <a:lnTo>
                    <a:pt x="178053" y="115570"/>
                  </a:lnTo>
                  <a:lnTo>
                    <a:pt x="181228" y="114935"/>
                  </a:lnTo>
                  <a:lnTo>
                    <a:pt x="189102" y="111760"/>
                  </a:lnTo>
                  <a:lnTo>
                    <a:pt x="189483" y="111506"/>
                  </a:lnTo>
                  <a:lnTo>
                    <a:pt x="189864" y="111125"/>
                  </a:lnTo>
                  <a:lnTo>
                    <a:pt x="190373" y="110362"/>
                  </a:lnTo>
                  <a:lnTo>
                    <a:pt x="190500" y="109982"/>
                  </a:lnTo>
                  <a:lnTo>
                    <a:pt x="190557" y="106299"/>
                  </a:lnTo>
                  <a:lnTo>
                    <a:pt x="150113" y="106299"/>
                  </a:lnTo>
                  <a:lnTo>
                    <a:pt x="145161" y="105663"/>
                  </a:lnTo>
                  <a:lnTo>
                    <a:pt x="137032" y="102870"/>
                  </a:lnTo>
                  <a:lnTo>
                    <a:pt x="133730" y="100965"/>
                  </a:lnTo>
                  <a:lnTo>
                    <a:pt x="131190" y="98298"/>
                  </a:lnTo>
                  <a:lnTo>
                    <a:pt x="128650" y="95758"/>
                  </a:lnTo>
                  <a:lnTo>
                    <a:pt x="124205" y="76962"/>
                  </a:lnTo>
                  <a:lnTo>
                    <a:pt x="189991" y="76962"/>
                  </a:lnTo>
                  <a:lnTo>
                    <a:pt x="191642" y="76454"/>
                  </a:lnTo>
                  <a:lnTo>
                    <a:pt x="194437" y="74422"/>
                  </a:lnTo>
                  <a:lnTo>
                    <a:pt x="195199" y="72771"/>
                  </a:lnTo>
                  <a:lnTo>
                    <a:pt x="195199" y="66040"/>
                  </a:lnTo>
                  <a:lnTo>
                    <a:pt x="124205" y="66040"/>
                  </a:lnTo>
                  <a:lnTo>
                    <a:pt x="124332" y="62737"/>
                  </a:lnTo>
                  <a:lnTo>
                    <a:pt x="147065" y="41021"/>
                  </a:lnTo>
                  <a:lnTo>
                    <a:pt x="185434" y="41021"/>
                  </a:lnTo>
                  <a:lnTo>
                    <a:pt x="181610" y="37211"/>
                  </a:lnTo>
                  <a:lnTo>
                    <a:pt x="177367" y="34544"/>
                  </a:lnTo>
                  <a:lnTo>
                    <a:pt x="177498" y="34544"/>
                  </a:lnTo>
                  <a:lnTo>
                    <a:pt x="166496" y="30353"/>
                  </a:lnTo>
                  <a:lnTo>
                    <a:pt x="160019" y="29337"/>
                  </a:lnTo>
                  <a:close/>
                </a:path>
                <a:path w="302260" h="149225">
                  <a:moveTo>
                    <a:pt x="189102" y="100330"/>
                  </a:moveTo>
                  <a:lnTo>
                    <a:pt x="186774" y="100330"/>
                  </a:lnTo>
                  <a:lnTo>
                    <a:pt x="185597" y="100711"/>
                  </a:lnTo>
                  <a:lnTo>
                    <a:pt x="184276" y="101219"/>
                  </a:lnTo>
                  <a:lnTo>
                    <a:pt x="182499" y="101854"/>
                  </a:lnTo>
                  <a:lnTo>
                    <a:pt x="177800" y="103250"/>
                  </a:lnTo>
                  <a:lnTo>
                    <a:pt x="175132" y="104140"/>
                  </a:lnTo>
                  <a:lnTo>
                    <a:pt x="171957" y="104775"/>
                  </a:lnTo>
                  <a:lnTo>
                    <a:pt x="164718" y="106045"/>
                  </a:lnTo>
                  <a:lnTo>
                    <a:pt x="160654" y="106299"/>
                  </a:lnTo>
                  <a:lnTo>
                    <a:pt x="190557" y="106299"/>
                  </a:lnTo>
                  <a:lnTo>
                    <a:pt x="190626" y="101854"/>
                  </a:lnTo>
                  <a:lnTo>
                    <a:pt x="189864" y="100711"/>
                  </a:lnTo>
                  <a:lnTo>
                    <a:pt x="189674" y="100711"/>
                  </a:lnTo>
                  <a:lnTo>
                    <a:pt x="189102" y="100330"/>
                  </a:lnTo>
                  <a:close/>
                </a:path>
                <a:path w="302260" h="149225">
                  <a:moveTo>
                    <a:pt x="185434" y="41021"/>
                  </a:moveTo>
                  <a:lnTo>
                    <a:pt x="160019" y="41021"/>
                  </a:lnTo>
                  <a:lnTo>
                    <a:pt x="166624" y="43180"/>
                  </a:lnTo>
                  <a:lnTo>
                    <a:pt x="170941" y="47625"/>
                  </a:lnTo>
                  <a:lnTo>
                    <a:pt x="175387" y="52070"/>
                  </a:lnTo>
                  <a:lnTo>
                    <a:pt x="177418" y="58166"/>
                  </a:lnTo>
                  <a:lnTo>
                    <a:pt x="177373" y="59562"/>
                  </a:lnTo>
                  <a:lnTo>
                    <a:pt x="177279" y="62484"/>
                  </a:lnTo>
                  <a:lnTo>
                    <a:pt x="177164" y="66040"/>
                  </a:lnTo>
                  <a:lnTo>
                    <a:pt x="195199" y="66040"/>
                  </a:lnTo>
                  <a:lnTo>
                    <a:pt x="195199" y="62484"/>
                  </a:lnTo>
                  <a:lnTo>
                    <a:pt x="194423" y="58166"/>
                  </a:lnTo>
                  <a:lnTo>
                    <a:pt x="194310" y="57531"/>
                  </a:lnTo>
                  <a:lnTo>
                    <a:pt x="192658" y="52832"/>
                  </a:lnTo>
                  <a:lnTo>
                    <a:pt x="191135" y="48133"/>
                  </a:lnTo>
                  <a:lnTo>
                    <a:pt x="188594" y="44069"/>
                  </a:lnTo>
                  <a:lnTo>
                    <a:pt x="185434" y="41021"/>
                  </a:lnTo>
                  <a:close/>
                </a:path>
                <a:path w="302260" h="149225">
                  <a:moveTo>
                    <a:pt x="225170" y="30987"/>
                  </a:moveTo>
                  <a:lnTo>
                    <a:pt x="211454" y="30987"/>
                  </a:lnTo>
                  <a:lnTo>
                    <a:pt x="210438" y="31242"/>
                  </a:lnTo>
                  <a:lnTo>
                    <a:pt x="209930" y="31750"/>
                  </a:lnTo>
                  <a:lnTo>
                    <a:pt x="209084" y="32258"/>
                  </a:lnTo>
                  <a:lnTo>
                    <a:pt x="209245" y="32258"/>
                  </a:lnTo>
                  <a:lnTo>
                    <a:pt x="209092" y="32638"/>
                  </a:lnTo>
                  <a:lnTo>
                    <a:pt x="209041" y="34162"/>
                  </a:lnTo>
                  <a:lnTo>
                    <a:pt x="209295" y="35179"/>
                  </a:lnTo>
                  <a:lnTo>
                    <a:pt x="209930" y="36449"/>
                  </a:lnTo>
                  <a:lnTo>
                    <a:pt x="244601" y="113792"/>
                  </a:lnTo>
                  <a:lnTo>
                    <a:pt x="247650" y="116713"/>
                  </a:lnTo>
                  <a:lnTo>
                    <a:pt x="234187" y="144907"/>
                  </a:lnTo>
                  <a:lnTo>
                    <a:pt x="233565" y="146558"/>
                  </a:lnTo>
                  <a:lnTo>
                    <a:pt x="233679" y="147701"/>
                  </a:lnTo>
                  <a:lnTo>
                    <a:pt x="234272" y="148209"/>
                  </a:lnTo>
                  <a:lnTo>
                    <a:pt x="235330" y="148844"/>
                  </a:lnTo>
                  <a:lnTo>
                    <a:pt x="236219" y="149098"/>
                  </a:lnTo>
                  <a:lnTo>
                    <a:pt x="237362" y="149225"/>
                  </a:lnTo>
                  <a:lnTo>
                    <a:pt x="248157" y="149225"/>
                  </a:lnTo>
                  <a:lnTo>
                    <a:pt x="251713" y="148209"/>
                  </a:lnTo>
                  <a:lnTo>
                    <a:pt x="252729" y="147447"/>
                  </a:lnTo>
                  <a:lnTo>
                    <a:pt x="253237" y="146558"/>
                  </a:lnTo>
                  <a:lnTo>
                    <a:pt x="273781" y="99187"/>
                  </a:lnTo>
                  <a:lnTo>
                    <a:pt x="256286" y="99187"/>
                  </a:lnTo>
                  <a:lnTo>
                    <a:pt x="228473" y="34162"/>
                  </a:lnTo>
                  <a:lnTo>
                    <a:pt x="228091" y="33400"/>
                  </a:lnTo>
                  <a:lnTo>
                    <a:pt x="227837" y="32766"/>
                  </a:lnTo>
                  <a:lnTo>
                    <a:pt x="227456" y="32258"/>
                  </a:lnTo>
                  <a:lnTo>
                    <a:pt x="227075" y="31877"/>
                  </a:lnTo>
                  <a:lnTo>
                    <a:pt x="226906" y="31750"/>
                  </a:lnTo>
                  <a:lnTo>
                    <a:pt x="227202" y="31750"/>
                  </a:lnTo>
                  <a:lnTo>
                    <a:pt x="225932" y="31242"/>
                  </a:lnTo>
                  <a:lnTo>
                    <a:pt x="225170" y="30987"/>
                  </a:lnTo>
                  <a:close/>
                </a:path>
                <a:path w="302260" h="149225">
                  <a:moveTo>
                    <a:pt x="300881" y="31750"/>
                  </a:moveTo>
                  <a:lnTo>
                    <a:pt x="284670" y="31750"/>
                  </a:lnTo>
                  <a:lnTo>
                    <a:pt x="284352" y="31877"/>
                  </a:lnTo>
                  <a:lnTo>
                    <a:pt x="283844" y="32638"/>
                  </a:lnTo>
                  <a:lnTo>
                    <a:pt x="283337" y="33782"/>
                  </a:lnTo>
                  <a:lnTo>
                    <a:pt x="256539" y="99187"/>
                  </a:lnTo>
                  <a:lnTo>
                    <a:pt x="273781" y="99187"/>
                  </a:lnTo>
                  <a:lnTo>
                    <a:pt x="301116" y="36068"/>
                  </a:lnTo>
                  <a:lnTo>
                    <a:pt x="301450" y="35179"/>
                  </a:lnTo>
                  <a:lnTo>
                    <a:pt x="301751" y="34162"/>
                  </a:lnTo>
                  <a:lnTo>
                    <a:pt x="301675" y="32638"/>
                  </a:lnTo>
                  <a:lnTo>
                    <a:pt x="301447" y="32258"/>
                  </a:lnTo>
                  <a:lnTo>
                    <a:pt x="301044" y="31877"/>
                  </a:lnTo>
                  <a:lnTo>
                    <a:pt x="300881" y="31750"/>
                  </a:lnTo>
                  <a:close/>
                </a:path>
                <a:path w="302260" h="149225">
                  <a:moveTo>
                    <a:pt x="285495" y="31242"/>
                  </a:moveTo>
                  <a:lnTo>
                    <a:pt x="226229" y="31242"/>
                  </a:lnTo>
                  <a:lnTo>
                    <a:pt x="226906" y="31750"/>
                  </a:lnTo>
                  <a:lnTo>
                    <a:pt x="284818" y="31750"/>
                  </a:lnTo>
                  <a:lnTo>
                    <a:pt x="285495" y="31242"/>
                  </a:lnTo>
                  <a:close/>
                </a:path>
                <a:path w="302260" h="149225">
                  <a:moveTo>
                    <a:pt x="299212" y="30987"/>
                  </a:moveTo>
                  <a:lnTo>
                    <a:pt x="286512" y="30987"/>
                  </a:lnTo>
                  <a:lnTo>
                    <a:pt x="285495" y="31242"/>
                  </a:lnTo>
                  <a:lnTo>
                    <a:pt x="300227" y="31242"/>
                  </a:lnTo>
                  <a:lnTo>
                    <a:pt x="299212" y="30987"/>
                  </a:lnTo>
                  <a:close/>
                </a:path>
              </a:pathLst>
            </a:custGeom>
            <a:solidFill>
              <a:srgbClr val="3D40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2474" y="3080639"/>
              <a:ext cx="854582" cy="15113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946775" y="3325749"/>
            <a:ext cx="40297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PVs,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CVs,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3Ws,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2Ws,</a:t>
            </a:r>
            <a:r>
              <a:rPr sz="1150" spc="1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fastest-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growing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1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segment.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9427" y="3884041"/>
            <a:ext cx="5039360" cy="1571625"/>
            <a:chOff x="599427" y="3884041"/>
            <a:chExt cx="5039360" cy="1571625"/>
          </a:xfrm>
        </p:grpSpPr>
        <p:sp>
          <p:nvSpPr>
            <p:cNvPr id="24" name="object 24"/>
            <p:cNvSpPr/>
            <p:nvPr/>
          </p:nvSpPr>
          <p:spPr>
            <a:xfrm>
              <a:off x="608965" y="4103116"/>
              <a:ext cx="5019675" cy="1343025"/>
            </a:xfrm>
            <a:custGeom>
              <a:avLst/>
              <a:gdLst/>
              <a:ahLst/>
              <a:cxnLst/>
              <a:rect l="l" t="t" r="r" b="b"/>
              <a:pathLst>
                <a:path w="5019675" h="1343025">
                  <a:moveTo>
                    <a:pt x="4957318" y="0"/>
                  </a:moveTo>
                  <a:lnTo>
                    <a:pt x="62293" y="0"/>
                  </a:lnTo>
                  <a:lnTo>
                    <a:pt x="57962" y="380"/>
                  </a:lnTo>
                  <a:lnTo>
                    <a:pt x="22618" y="18668"/>
                  </a:lnTo>
                  <a:lnTo>
                    <a:pt x="2133" y="56387"/>
                  </a:lnTo>
                  <a:lnTo>
                    <a:pt x="0" y="71119"/>
                  </a:lnTo>
                  <a:lnTo>
                    <a:pt x="0" y="1305674"/>
                  </a:lnTo>
                  <a:lnTo>
                    <a:pt x="21259" y="1337513"/>
                  </a:lnTo>
                  <a:lnTo>
                    <a:pt x="37274" y="1342961"/>
                  </a:lnTo>
                  <a:lnTo>
                    <a:pt x="4982337" y="1342961"/>
                  </a:lnTo>
                  <a:lnTo>
                    <a:pt x="5014214" y="1321688"/>
                  </a:lnTo>
                  <a:lnTo>
                    <a:pt x="5019675" y="1305674"/>
                  </a:lnTo>
                  <a:lnTo>
                    <a:pt x="5019675" y="71119"/>
                  </a:lnTo>
                  <a:lnTo>
                    <a:pt x="5005959" y="29590"/>
                  </a:lnTo>
                  <a:lnTo>
                    <a:pt x="4974463" y="3809"/>
                  </a:lnTo>
                  <a:lnTo>
                    <a:pt x="4961763" y="380"/>
                  </a:lnTo>
                  <a:lnTo>
                    <a:pt x="4957318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9427" y="4103878"/>
              <a:ext cx="5039360" cy="1351915"/>
            </a:xfrm>
            <a:custGeom>
              <a:avLst/>
              <a:gdLst/>
              <a:ahLst/>
              <a:cxnLst/>
              <a:rect l="l" t="t" r="r" b="b"/>
              <a:pathLst>
                <a:path w="5039360" h="1351914">
                  <a:moveTo>
                    <a:pt x="4973332" y="0"/>
                  </a:moveTo>
                  <a:lnTo>
                    <a:pt x="4977396" y="1143"/>
                  </a:lnTo>
                  <a:lnTo>
                    <a:pt x="4991366" y="8890"/>
                  </a:lnTo>
                  <a:lnTo>
                    <a:pt x="5015369" y="46228"/>
                  </a:lnTo>
                  <a:lnTo>
                    <a:pt x="5019687" y="75438"/>
                  </a:lnTo>
                  <a:lnTo>
                    <a:pt x="5019687" y="1299222"/>
                  </a:lnTo>
                  <a:lnTo>
                    <a:pt x="4992890" y="1332064"/>
                  </a:lnTo>
                  <a:lnTo>
                    <a:pt x="4986159" y="1332687"/>
                  </a:lnTo>
                  <a:lnTo>
                    <a:pt x="52514" y="1332687"/>
                  </a:lnTo>
                  <a:lnTo>
                    <a:pt x="19672" y="1305902"/>
                  </a:lnTo>
                  <a:lnTo>
                    <a:pt x="19050" y="1299222"/>
                  </a:lnTo>
                  <a:lnTo>
                    <a:pt x="19050" y="75438"/>
                  </a:lnTo>
                  <a:lnTo>
                    <a:pt x="28676" y="33020"/>
                  </a:lnTo>
                  <a:lnTo>
                    <a:pt x="61341" y="1143"/>
                  </a:lnTo>
                  <a:lnTo>
                    <a:pt x="65443" y="0"/>
                  </a:lnTo>
                  <a:lnTo>
                    <a:pt x="61341" y="635"/>
                  </a:lnTo>
                  <a:lnTo>
                    <a:pt x="22326" y="21463"/>
                  </a:lnTo>
                  <a:lnTo>
                    <a:pt x="1460" y="60579"/>
                  </a:lnTo>
                  <a:lnTo>
                    <a:pt x="0" y="75438"/>
                  </a:lnTo>
                  <a:lnTo>
                    <a:pt x="0" y="1306182"/>
                  </a:lnTo>
                  <a:lnTo>
                    <a:pt x="20307" y="1341272"/>
                  </a:lnTo>
                  <a:lnTo>
                    <a:pt x="45542" y="1351737"/>
                  </a:lnTo>
                  <a:lnTo>
                    <a:pt x="4993144" y="1351737"/>
                  </a:lnTo>
                  <a:lnTo>
                    <a:pt x="5028323" y="1331429"/>
                  </a:lnTo>
                  <a:lnTo>
                    <a:pt x="5038737" y="1306182"/>
                  </a:lnTo>
                  <a:lnTo>
                    <a:pt x="5038737" y="75438"/>
                  </a:lnTo>
                  <a:lnTo>
                    <a:pt x="5025910" y="33020"/>
                  </a:lnTo>
                  <a:lnTo>
                    <a:pt x="4991620" y="4953"/>
                  </a:lnTo>
                  <a:lnTo>
                    <a:pt x="4973332" y="0"/>
                  </a:lnTo>
                  <a:close/>
                </a:path>
              </a:pathLst>
            </a:custGeom>
            <a:solidFill>
              <a:srgbClr val="B7BD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9440" y="3884041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2530221" y="0"/>
                  </a:moveTo>
                  <a:lnTo>
                    <a:pt x="2515616" y="0"/>
                  </a:lnTo>
                  <a:lnTo>
                    <a:pt x="2472054" y="5714"/>
                  </a:lnTo>
                  <a:lnTo>
                    <a:pt x="2430526" y="19811"/>
                  </a:lnTo>
                  <a:lnTo>
                    <a:pt x="2392426" y="41782"/>
                  </a:lnTo>
                  <a:lnTo>
                    <a:pt x="2359405" y="70738"/>
                  </a:lnTo>
                  <a:lnTo>
                    <a:pt x="2332736" y="105536"/>
                  </a:lnTo>
                  <a:lnTo>
                    <a:pt x="2313304" y="144906"/>
                  </a:lnTo>
                  <a:lnTo>
                    <a:pt x="2302002" y="187324"/>
                  </a:lnTo>
                  <a:lnTo>
                    <a:pt x="2300351" y="200024"/>
                  </a:lnTo>
                  <a:lnTo>
                    <a:pt x="49047" y="200024"/>
                  </a:lnTo>
                  <a:lnTo>
                    <a:pt x="12941" y="217804"/>
                  </a:lnTo>
                  <a:lnTo>
                    <a:pt x="0" y="249046"/>
                  </a:lnTo>
                  <a:lnTo>
                    <a:pt x="0" y="276224"/>
                  </a:lnTo>
                  <a:lnTo>
                    <a:pt x="2305177" y="276224"/>
                  </a:lnTo>
                  <a:lnTo>
                    <a:pt x="2306574" y="281685"/>
                  </a:lnTo>
                  <a:lnTo>
                    <a:pt x="2322067" y="322833"/>
                  </a:lnTo>
                  <a:lnTo>
                    <a:pt x="2345309" y="360171"/>
                  </a:lnTo>
                  <a:lnTo>
                    <a:pt x="2375280" y="392175"/>
                  </a:lnTo>
                  <a:lnTo>
                    <a:pt x="2410967" y="417702"/>
                  </a:lnTo>
                  <a:lnTo>
                    <a:pt x="2450973" y="435863"/>
                  </a:lnTo>
                  <a:lnTo>
                    <a:pt x="2493645" y="445769"/>
                  </a:lnTo>
                  <a:lnTo>
                    <a:pt x="2515616" y="447674"/>
                  </a:lnTo>
                  <a:lnTo>
                    <a:pt x="2530221" y="447674"/>
                  </a:lnTo>
                  <a:lnTo>
                    <a:pt x="2573782" y="441832"/>
                  </a:lnTo>
                  <a:lnTo>
                    <a:pt x="2615311" y="427735"/>
                  </a:lnTo>
                  <a:lnTo>
                    <a:pt x="2653411" y="405764"/>
                  </a:lnTo>
                  <a:lnTo>
                    <a:pt x="2686431" y="376808"/>
                  </a:lnTo>
                  <a:lnTo>
                    <a:pt x="2713101" y="342010"/>
                  </a:lnTo>
                  <a:lnTo>
                    <a:pt x="2732532" y="302640"/>
                  </a:lnTo>
                  <a:lnTo>
                    <a:pt x="2740660" y="276224"/>
                  </a:lnTo>
                  <a:lnTo>
                    <a:pt x="5038725" y="276224"/>
                  </a:lnTo>
                  <a:lnTo>
                    <a:pt x="5038725" y="249046"/>
                  </a:lnTo>
                  <a:lnTo>
                    <a:pt x="5020945" y="212851"/>
                  </a:lnTo>
                  <a:lnTo>
                    <a:pt x="4989703" y="200024"/>
                  </a:lnTo>
                  <a:lnTo>
                    <a:pt x="2745486" y="200024"/>
                  </a:lnTo>
                  <a:lnTo>
                    <a:pt x="2744978" y="194563"/>
                  </a:lnTo>
                  <a:lnTo>
                    <a:pt x="2734945" y="151764"/>
                  </a:lnTo>
                  <a:lnTo>
                    <a:pt x="2716911" y="111759"/>
                  </a:lnTo>
                  <a:lnTo>
                    <a:pt x="2691257" y="76072"/>
                  </a:lnTo>
                  <a:lnTo>
                    <a:pt x="2659253" y="46100"/>
                  </a:lnTo>
                  <a:lnTo>
                    <a:pt x="2621915" y="22859"/>
                  </a:lnTo>
                  <a:lnTo>
                    <a:pt x="2580893" y="7492"/>
                  </a:lnTo>
                  <a:lnTo>
                    <a:pt x="2537587" y="253"/>
                  </a:lnTo>
                  <a:lnTo>
                    <a:pt x="2530221" y="0"/>
                  </a:lnTo>
                  <a:close/>
                </a:path>
              </a:pathLst>
            </a:custGeom>
            <a:solidFill>
              <a:srgbClr val="4866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4349" y="4017289"/>
              <a:ext cx="134950" cy="17993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5901" y="4568317"/>
              <a:ext cx="572236" cy="1181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5128" y="4559935"/>
              <a:ext cx="569595" cy="12649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1626" y="4864735"/>
              <a:ext cx="4497603" cy="13728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4014" y="5102733"/>
              <a:ext cx="1302943" cy="133921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790565" y="3884041"/>
            <a:ext cx="5038725" cy="1571625"/>
            <a:chOff x="5790565" y="3884041"/>
            <a:chExt cx="5038725" cy="1571625"/>
          </a:xfrm>
        </p:grpSpPr>
        <p:sp>
          <p:nvSpPr>
            <p:cNvPr id="33" name="object 33"/>
            <p:cNvSpPr/>
            <p:nvPr/>
          </p:nvSpPr>
          <p:spPr>
            <a:xfrm>
              <a:off x="5800090" y="4103116"/>
              <a:ext cx="5019675" cy="1343025"/>
            </a:xfrm>
            <a:custGeom>
              <a:avLst/>
              <a:gdLst/>
              <a:ahLst/>
              <a:cxnLst/>
              <a:rect l="l" t="t" r="r" b="b"/>
              <a:pathLst>
                <a:path w="5019675" h="1343025">
                  <a:moveTo>
                    <a:pt x="4957318" y="0"/>
                  </a:moveTo>
                  <a:lnTo>
                    <a:pt x="62230" y="0"/>
                  </a:lnTo>
                  <a:lnTo>
                    <a:pt x="57912" y="380"/>
                  </a:lnTo>
                  <a:lnTo>
                    <a:pt x="22606" y="18668"/>
                  </a:lnTo>
                  <a:lnTo>
                    <a:pt x="2159" y="56387"/>
                  </a:lnTo>
                  <a:lnTo>
                    <a:pt x="0" y="71119"/>
                  </a:lnTo>
                  <a:lnTo>
                    <a:pt x="0" y="1305674"/>
                  </a:lnTo>
                  <a:lnTo>
                    <a:pt x="21209" y="1337513"/>
                  </a:lnTo>
                  <a:lnTo>
                    <a:pt x="37337" y="1342961"/>
                  </a:lnTo>
                  <a:lnTo>
                    <a:pt x="4982337" y="1342961"/>
                  </a:lnTo>
                  <a:lnTo>
                    <a:pt x="5014214" y="1321688"/>
                  </a:lnTo>
                  <a:lnTo>
                    <a:pt x="5019675" y="1305674"/>
                  </a:lnTo>
                  <a:lnTo>
                    <a:pt x="5019675" y="71119"/>
                  </a:lnTo>
                  <a:lnTo>
                    <a:pt x="5005959" y="29590"/>
                  </a:lnTo>
                  <a:lnTo>
                    <a:pt x="4974463" y="3809"/>
                  </a:lnTo>
                  <a:lnTo>
                    <a:pt x="4961763" y="380"/>
                  </a:lnTo>
                  <a:lnTo>
                    <a:pt x="4957318" y="0"/>
                  </a:lnTo>
                  <a:close/>
                </a:path>
              </a:pathLst>
            </a:custGeom>
            <a:solidFill>
              <a:srgbClr val="F8F8FF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90565" y="4103878"/>
              <a:ext cx="5038725" cy="1351915"/>
            </a:xfrm>
            <a:custGeom>
              <a:avLst/>
              <a:gdLst/>
              <a:ahLst/>
              <a:cxnLst/>
              <a:rect l="l" t="t" r="r" b="b"/>
              <a:pathLst>
                <a:path w="5038725" h="1351914">
                  <a:moveTo>
                    <a:pt x="4973320" y="0"/>
                  </a:moveTo>
                  <a:lnTo>
                    <a:pt x="4977384" y="1143"/>
                  </a:lnTo>
                  <a:lnTo>
                    <a:pt x="4991354" y="8890"/>
                  </a:lnTo>
                  <a:lnTo>
                    <a:pt x="5015357" y="46228"/>
                  </a:lnTo>
                  <a:lnTo>
                    <a:pt x="5019675" y="75438"/>
                  </a:lnTo>
                  <a:lnTo>
                    <a:pt x="5019675" y="1299222"/>
                  </a:lnTo>
                  <a:lnTo>
                    <a:pt x="4992878" y="1332064"/>
                  </a:lnTo>
                  <a:lnTo>
                    <a:pt x="4986146" y="1332687"/>
                  </a:lnTo>
                  <a:lnTo>
                    <a:pt x="52450" y="1332687"/>
                  </a:lnTo>
                  <a:lnTo>
                    <a:pt x="19685" y="1305902"/>
                  </a:lnTo>
                  <a:lnTo>
                    <a:pt x="19050" y="1299222"/>
                  </a:lnTo>
                  <a:lnTo>
                    <a:pt x="19050" y="75438"/>
                  </a:lnTo>
                  <a:lnTo>
                    <a:pt x="28701" y="33020"/>
                  </a:lnTo>
                  <a:lnTo>
                    <a:pt x="61340" y="1143"/>
                  </a:lnTo>
                  <a:lnTo>
                    <a:pt x="65405" y="0"/>
                  </a:lnTo>
                  <a:lnTo>
                    <a:pt x="61340" y="635"/>
                  </a:lnTo>
                  <a:lnTo>
                    <a:pt x="22351" y="21463"/>
                  </a:lnTo>
                  <a:lnTo>
                    <a:pt x="1397" y="60579"/>
                  </a:lnTo>
                  <a:lnTo>
                    <a:pt x="0" y="75438"/>
                  </a:lnTo>
                  <a:lnTo>
                    <a:pt x="0" y="1306182"/>
                  </a:lnTo>
                  <a:lnTo>
                    <a:pt x="20320" y="1341272"/>
                  </a:lnTo>
                  <a:lnTo>
                    <a:pt x="45465" y="1351737"/>
                  </a:lnTo>
                  <a:lnTo>
                    <a:pt x="4993132" y="1351737"/>
                  </a:lnTo>
                  <a:lnTo>
                    <a:pt x="5028311" y="1331429"/>
                  </a:lnTo>
                  <a:lnTo>
                    <a:pt x="5038725" y="1306182"/>
                  </a:lnTo>
                  <a:lnTo>
                    <a:pt x="5038725" y="75438"/>
                  </a:lnTo>
                  <a:lnTo>
                    <a:pt x="5025898" y="33020"/>
                  </a:lnTo>
                  <a:lnTo>
                    <a:pt x="4991608" y="4953"/>
                  </a:lnTo>
                  <a:lnTo>
                    <a:pt x="4973320" y="0"/>
                  </a:lnTo>
                  <a:close/>
                </a:path>
              </a:pathLst>
            </a:custGeom>
            <a:solidFill>
              <a:srgbClr val="B7BD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90565" y="3884041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2530220" y="0"/>
                  </a:moveTo>
                  <a:lnTo>
                    <a:pt x="2506091" y="0"/>
                  </a:lnTo>
                  <a:lnTo>
                    <a:pt x="2462530" y="5714"/>
                  </a:lnTo>
                  <a:lnTo>
                    <a:pt x="2421001" y="19811"/>
                  </a:lnTo>
                  <a:lnTo>
                    <a:pt x="2382901" y="41782"/>
                  </a:lnTo>
                  <a:lnTo>
                    <a:pt x="2349881" y="70738"/>
                  </a:lnTo>
                  <a:lnTo>
                    <a:pt x="2323211" y="105536"/>
                  </a:lnTo>
                  <a:lnTo>
                    <a:pt x="2303780" y="144906"/>
                  </a:lnTo>
                  <a:lnTo>
                    <a:pt x="2292477" y="187324"/>
                  </a:lnTo>
                  <a:lnTo>
                    <a:pt x="2290826" y="200024"/>
                  </a:lnTo>
                  <a:lnTo>
                    <a:pt x="49022" y="200024"/>
                  </a:lnTo>
                  <a:lnTo>
                    <a:pt x="12954" y="217804"/>
                  </a:lnTo>
                  <a:lnTo>
                    <a:pt x="0" y="249046"/>
                  </a:lnTo>
                  <a:lnTo>
                    <a:pt x="0" y="276224"/>
                  </a:lnTo>
                  <a:lnTo>
                    <a:pt x="2295652" y="276224"/>
                  </a:lnTo>
                  <a:lnTo>
                    <a:pt x="2297049" y="281685"/>
                  </a:lnTo>
                  <a:lnTo>
                    <a:pt x="2312542" y="322833"/>
                  </a:lnTo>
                  <a:lnTo>
                    <a:pt x="2335784" y="360171"/>
                  </a:lnTo>
                  <a:lnTo>
                    <a:pt x="2365756" y="392175"/>
                  </a:lnTo>
                  <a:lnTo>
                    <a:pt x="2401442" y="417702"/>
                  </a:lnTo>
                  <a:lnTo>
                    <a:pt x="2441448" y="435863"/>
                  </a:lnTo>
                  <a:lnTo>
                    <a:pt x="2484119" y="445769"/>
                  </a:lnTo>
                  <a:lnTo>
                    <a:pt x="2506091" y="447674"/>
                  </a:lnTo>
                  <a:lnTo>
                    <a:pt x="2530220" y="447674"/>
                  </a:lnTo>
                  <a:lnTo>
                    <a:pt x="2573782" y="441832"/>
                  </a:lnTo>
                  <a:lnTo>
                    <a:pt x="2615311" y="427735"/>
                  </a:lnTo>
                  <a:lnTo>
                    <a:pt x="2653411" y="405764"/>
                  </a:lnTo>
                  <a:lnTo>
                    <a:pt x="2686431" y="376808"/>
                  </a:lnTo>
                  <a:lnTo>
                    <a:pt x="2713101" y="342010"/>
                  </a:lnTo>
                  <a:lnTo>
                    <a:pt x="2732532" y="302640"/>
                  </a:lnTo>
                  <a:lnTo>
                    <a:pt x="2740660" y="276224"/>
                  </a:lnTo>
                  <a:lnTo>
                    <a:pt x="5038725" y="276224"/>
                  </a:lnTo>
                  <a:lnTo>
                    <a:pt x="5038725" y="249046"/>
                  </a:lnTo>
                  <a:lnTo>
                    <a:pt x="5020945" y="212851"/>
                  </a:lnTo>
                  <a:lnTo>
                    <a:pt x="4989703" y="200024"/>
                  </a:lnTo>
                  <a:lnTo>
                    <a:pt x="2745486" y="200024"/>
                  </a:lnTo>
                  <a:lnTo>
                    <a:pt x="2744978" y="194563"/>
                  </a:lnTo>
                  <a:lnTo>
                    <a:pt x="2734944" y="151764"/>
                  </a:lnTo>
                  <a:lnTo>
                    <a:pt x="2716911" y="111759"/>
                  </a:lnTo>
                  <a:lnTo>
                    <a:pt x="2691257" y="76072"/>
                  </a:lnTo>
                  <a:lnTo>
                    <a:pt x="2659253" y="46100"/>
                  </a:lnTo>
                  <a:lnTo>
                    <a:pt x="2621915" y="22859"/>
                  </a:lnTo>
                  <a:lnTo>
                    <a:pt x="2580893" y="7492"/>
                  </a:lnTo>
                  <a:lnTo>
                    <a:pt x="2537587" y="253"/>
                  </a:lnTo>
                  <a:lnTo>
                    <a:pt x="2530220" y="0"/>
                  </a:lnTo>
                  <a:close/>
                </a:path>
              </a:pathLst>
            </a:custGeom>
            <a:solidFill>
              <a:srgbClr val="4866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45475" y="4017289"/>
              <a:ext cx="134950" cy="17993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76493" y="4565269"/>
              <a:ext cx="496189" cy="1524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30594" y="4559554"/>
              <a:ext cx="610742" cy="15773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962396" y="4863211"/>
              <a:ext cx="4388485" cy="137795"/>
            </a:xfrm>
            <a:custGeom>
              <a:avLst/>
              <a:gdLst/>
              <a:ahLst/>
              <a:cxnLst/>
              <a:rect l="l" t="t" r="r" b="b"/>
              <a:pathLst>
                <a:path w="4388484" h="137795">
                  <a:moveTo>
                    <a:pt x="91186" y="1778"/>
                  </a:moveTo>
                  <a:lnTo>
                    <a:pt x="0" y="1778"/>
                  </a:lnTo>
                  <a:lnTo>
                    <a:pt x="0" y="14224"/>
                  </a:lnTo>
                  <a:lnTo>
                    <a:pt x="37719" y="14224"/>
                  </a:lnTo>
                  <a:lnTo>
                    <a:pt x="37719" y="106553"/>
                  </a:lnTo>
                  <a:lnTo>
                    <a:pt x="53086" y="106553"/>
                  </a:lnTo>
                  <a:lnTo>
                    <a:pt x="53086" y="14224"/>
                  </a:lnTo>
                  <a:lnTo>
                    <a:pt x="91186" y="14224"/>
                  </a:lnTo>
                  <a:lnTo>
                    <a:pt x="91186" y="1778"/>
                  </a:lnTo>
                  <a:close/>
                </a:path>
                <a:path w="4388484" h="137795">
                  <a:moveTo>
                    <a:pt x="173990" y="46228"/>
                  </a:moveTo>
                  <a:lnTo>
                    <a:pt x="171361" y="39497"/>
                  </a:lnTo>
                  <a:lnTo>
                    <a:pt x="171069" y="38735"/>
                  </a:lnTo>
                  <a:lnTo>
                    <a:pt x="165265" y="34912"/>
                  </a:lnTo>
                  <a:lnTo>
                    <a:pt x="160172" y="32308"/>
                  </a:lnTo>
                  <a:lnTo>
                    <a:pt x="154432" y="30543"/>
                  </a:lnTo>
                  <a:lnTo>
                    <a:pt x="147650" y="29451"/>
                  </a:lnTo>
                  <a:lnTo>
                    <a:pt x="140081" y="29083"/>
                  </a:lnTo>
                  <a:lnTo>
                    <a:pt x="124955" y="30543"/>
                  </a:lnTo>
                  <a:lnTo>
                    <a:pt x="113893" y="34912"/>
                  </a:lnTo>
                  <a:lnTo>
                    <a:pt x="106908" y="42214"/>
                  </a:lnTo>
                  <a:lnTo>
                    <a:pt x="104013" y="52451"/>
                  </a:lnTo>
                  <a:lnTo>
                    <a:pt x="118872" y="52451"/>
                  </a:lnTo>
                  <a:lnTo>
                    <a:pt x="118948" y="50546"/>
                  </a:lnTo>
                  <a:lnTo>
                    <a:pt x="119062" y="48133"/>
                  </a:lnTo>
                  <a:lnTo>
                    <a:pt x="119164" y="45593"/>
                  </a:lnTo>
                  <a:lnTo>
                    <a:pt x="119253" y="43815"/>
                  </a:lnTo>
                  <a:lnTo>
                    <a:pt x="126111" y="39497"/>
                  </a:lnTo>
                  <a:lnTo>
                    <a:pt x="145542" y="39497"/>
                  </a:lnTo>
                  <a:lnTo>
                    <a:pt x="158242" y="48133"/>
                  </a:lnTo>
                  <a:lnTo>
                    <a:pt x="158877" y="50546"/>
                  </a:lnTo>
                  <a:lnTo>
                    <a:pt x="159258" y="54483"/>
                  </a:lnTo>
                  <a:lnTo>
                    <a:pt x="159258" y="59944"/>
                  </a:lnTo>
                  <a:lnTo>
                    <a:pt x="159258" y="69850"/>
                  </a:lnTo>
                  <a:lnTo>
                    <a:pt x="159258" y="86614"/>
                  </a:lnTo>
                  <a:lnTo>
                    <a:pt x="156591" y="90043"/>
                  </a:lnTo>
                  <a:lnTo>
                    <a:pt x="153035" y="92710"/>
                  </a:lnTo>
                  <a:lnTo>
                    <a:pt x="143891" y="96774"/>
                  </a:lnTo>
                  <a:lnTo>
                    <a:pt x="139192" y="97790"/>
                  </a:lnTo>
                  <a:lnTo>
                    <a:pt x="129032" y="97790"/>
                  </a:lnTo>
                  <a:lnTo>
                    <a:pt x="124714" y="96774"/>
                  </a:lnTo>
                  <a:lnTo>
                    <a:pt x="121539" y="94615"/>
                  </a:lnTo>
                  <a:lnTo>
                    <a:pt x="118491" y="92583"/>
                  </a:lnTo>
                  <a:lnTo>
                    <a:pt x="116840" y="89662"/>
                  </a:lnTo>
                  <a:lnTo>
                    <a:pt x="116840" y="85725"/>
                  </a:lnTo>
                  <a:lnTo>
                    <a:pt x="118859" y="78803"/>
                  </a:lnTo>
                  <a:lnTo>
                    <a:pt x="124917" y="73837"/>
                  </a:lnTo>
                  <a:lnTo>
                    <a:pt x="135001" y="70853"/>
                  </a:lnTo>
                  <a:lnTo>
                    <a:pt x="149098" y="69850"/>
                  </a:lnTo>
                  <a:lnTo>
                    <a:pt x="159258" y="69850"/>
                  </a:lnTo>
                  <a:lnTo>
                    <a:pt x="159258" y="59944"/>
                  </a:lnTo>
                  <a:lnTo>
                    <a:pt x="152019" y="59944"/>
                  </a:lnTo>
                  <a:lnTo>
                    <a:pt x="129933" y="61595"/>
                  </a:lnTo>
                  <a:lnTo>
                    <a:pt x="114185" y="66560"/>
                  </a:lnTo>
                  <a:lnTo>
                    <a:pt x="104736" y="74841"/>
                  </a:lnTo>
                  <a:lnTo>
                    <a:pt x="101803" y="85725"/>
                  </a:lnTo>
                  <a:lnTo>
                    <a:pt x="101600" y="86614"/>
                  </a:lnTo>
                  <a:lnTo>
                    <a:pt x="101600" y="92964"/>
                  </a:lnTo>
                  <a:lnTo>
                    <a:pt x="104267" y="98171"/>
                  </a:lnTo>
                  <a:lnTo>
                    <a:pt x="114935" y="106299"/>
                  </a:lnTo>
                  <a:lnTo>
                    <a:pt x="121793" y="108331"/>
                  </a:lnTo>
                  <a:lnTo>
                    <a:pt x="130048" y="108331"/>
                  </a:lnTo>
                  <a:lnTo>
                    <a:pt x="138569" y="107746"/>
                  </a:lnTo>
                  <a:lnTo>
                    <a:pt x="146265" y="105956"/>
                  </a:lnTo>
                  <a:lnTo>
                    <a:pt x="153149" y="102984"/>
                  </a:lnTo>
                  <a:lnTo>
                    <a:pt x="159258" y="98806"/>
                  </a:lnTo>
                  <a:lnTo>
                    <a:pt x="159258" y="106553"/>
                  </a:lnTo>
                  <a:lnTo>
                    <a:pt x="173990" y="106553"/>
                  </a:lnTo>
                  <a:lnTo>
                    <a:pt x="173990" y="98806"/>
                  </a:lnTo>
                  <a:lnTo>
                    <a:pt x="173990" y="97790"/>
                  </a:lnTo>
                  <a:lnTo>
                    <a:pt x="173990" y="69850"/>
                  </a:lnTo>
                  <a:lnTo>
                    <a:pt x="173990" y="46228"/>
                  </a:lnTo>
                  <a:close/>
                </a:path>
                <a:path w="4388484" h="137795">
                  <a:moveTo>
                    <a:pt x="227203" y="96520"/>
                  </a:moveTo>
                  <a:lnTo>
                    <a:pt x="224790" y="96901"/>
                  </a:lnTo>
                  <a:lnTo>
                    <a:pt x="222377" y="97028"/>
                  </a:lnTo>
                  <a:lnTo>
                    <a:pt x="217297" y="97028"/>
                  </a:lnTo>
                  <a:lnTo>
                    <a:pt x="215671" y="96520"/>
                  </a:lnTo>
                  <a:lnTo>
                    <a:pt x="215392" y="96520"/>
                  </a:lnTo>
                  <a:lnTo>
                    <a:pt x="212471" y="93599"/>
                  </a:lnTo>
                  <a:lnTo>
                    <a:pt x="211709" y="90297"/>
                  </a:lnTo>
                  <a:lnTo>
                    <a:pt x="211709" y="41275"/>
                  </a:lnTo>
                  <a:lnTo>
                    <a:pt x="225171" y="41275"/>
                  </a:lnTo>
                  <a:lnTo>
                    <a:pt x="225171" y="30734"/>
                  </a:lnTo>
                  <a:lnTo>
                    <a:pt x="211709" y="30734"/>
                  </a:lnTo>
                  <a:lnTo>
                    <a:pt x="211709" y="11938"/>
                  </a:lnTo>
                  <a:lnTo>
                    <a:pt x="196977" y="11938"/>
                  </a:lnTo>
                  <a:lnTo>
                    <a:pt x="196977" y="30734"/>
                  </a:lnTo>
                  <a:lnTo>
                    <a:pt x="186690" y="30734"/>
                  </a:lnTo>
                  <a:lnTo>
                    <a:pt x="186690" y="41275"/>
                  </a:lnTo>
                  <a:lnTo>
                    <a:pt x="196977" y="41275"/>
                  </a:lnTo>
                  <a:lnTo>
                    <a:pt x="197015" y="90297"/>
                  </a:lnTo>
                  <a:lnTo>
                    <a:pt x="197205" y="93599"/>
                  </a:lnTo>
                  <a:lnTo>
                    <a:pt x="197231" y="93853"/>
                  </a:lnTo>
                  <a:lnTo>
                    <a:pt x="197866" y="96520"/>
                  </a:lnTo>
                  <a:lnTo>
                    <a:pt x="197993" y="97028"/>
                  </a:lnTo>
                  <a:lnTo>
                    <a:pt x="198628" y="100076"/>
                  </a:lnTo>
                  <a:lnTo>
                    <a:pt x="200406" y="102616"/>
                  </a:lnTo>
                  <a:lnTo>
                    <a:pt x="203200" y="104648"/>
                  </a:lnTo>
                  <a:lnTo>
                    <a:pt x="206171" y="106680"/>
                  </a:lnTo>
                  <a:lnTo>
                    <a:pt x="206552" y="106680"/>
                  </a:lnTo>
                  <a:lnTo>
                    <a:pt x="210566" y="107569"/>
                  </a:lnTo>
                  <a:lnTo>
                    <a:pt x="220472" y="107569"/>
                  </a:lnTo>
                  <a:lnTo>
                    <a:pt x="223901" y="107315"/>
                  </a:lnTo>
                  <a:lnTo>
                    <a:pt x="227203" y="106680"/>
                  </a:lnTo>
                  <a:lnTo>
                    <a:pt x="227203" y="97028"/>
                  </a:lnTo>
                  <a:lnTo>
                    <a:pt x="227203" y="96520"/>
                  </a:lnTo>
                  <a:close/>
                </a:path>
                <a:path w="4388484" h="137795">
                  <a:moveTo>
                    <a:pt x="308102" y="46228"/>
                  </a:moveTo>
                  <a:lnTo>
                    <a:pt x="305473" y="39497"/>
                  </a:lnTo>
                  <a:lnTo>
                    <a:pt x="305181" y="38735"/>
                  </a:lnTo>
                  <a:lnTo>
                    <a:pt x="299377" y="34912"/>
                  </a:lnTo>
                  <a:lnTo>
                    <a:pt x="294284" y="32308"/>
                  </a:lnTo>
                  <a:lnTo>
                    <a:pt x="288544" y="30543"/>
                  </a:lnTo>
                  <a:lnTo>
                    <a:pt x="281762" y="29451"/>
                  </a:lnTo>
                  <a:lnTo>
                    <a:pt x="274193" y="29083"/>
                  </a:lnTo>
                  <a:lnTo>
                    <a:pt x="259067" y="30543"/>
                  </a:lnTo>
                  <a:lnTo>
                    <a:pt x="248005" y="34912"/>
                  </a:lnTo>
                  <a:lnTo>
                    <a:pt x="241020" y="42214"/>
                  </a:lnTo>
                  <a:lnTo>
                    <a:pt x="238125" y="52451"/>
                  </a:lnTo>
                  <a:lnTo>
                    <a:pt x="252984" y="52451"/>
                  </a:lnTo>
                  <a:lnTo>
                    <a:pt x="253060" y="50546"/>
                  </a:lnTo>
                  <a:lnTo>
                    <a:pt x="253174" y="48133"/>
                  </a:lnTo>
                  <a:lnTo>
                    <a:pt x="253276" y="45593"/>
                  </a:lnTo>
                  <a:lnTo>
                    <a:pt x="253365" y="43815"/>
                  </a:lnTo>
                  <a:lnTo>
                    <a:pt x="260223" y="39497"/>
                  </a:lnTo>
                  <a:lnTo>
                    <a:pt x="279654" y="39497"/>
                  </a:lnTo>
                  <a:lnTo>
                    <a:pt x="292354" y="48133"/>
                  </a:lnTo>
                  <a:lnTo>
                    <a:pt x="292989" y="50546"/>
                  </a:lnTo>
                  <a:lnTo>
                    <a:pt x="293370" y="54483"/>
                  </a:lnTo>
                  <a:lnTo>
                    <a:pt x="293370" y="59944"/>
                  </a:lnTo>
                  <a:lnTo>
                    <a:pt x="293370" y="69850"/>
                  </a:lnTo>
                  <a:lnTo>
                    <a:pt x="293370" y="86614"/>
                  </a:lnTo>
                  <a:lnTo>
                    <a:pt x="290703" y="90043"/>
                  </a:lnTo>
                  <a:lnTo>
                    <a:pt x="287147" y="92710"/>
                  </a:lnTo>
                  <a:lnTo>
                    <a:pt x="278003" y="96774"/>
                  </a:lnTo>
                  <a:lnTo>
                    <a:pt x="273304" y="97790"/>
                  </a:lnTo>
                  <a:lnTo>
                    <a:pt x="263144" y="97790"/>
                  </a:lnTo>
                  <a:lnTo>
                    <a:pt x="258826" y="96774"/>
                  </a:lnTo>
                  <a:lnTo>
                    <a:pt x="255651" y="94615"/>
                  </a:lnTo>
                  <a:lnTo>
                    <a:pt x="252603" y="92583"/>
                  </a:lnTo>
                  <a:lnTo>
                    <a:pt x="250952" y="89662"/>
                  </a:lnTo>
                  <a:lnTo>
                    <a:pt x="250952" y="85725"/>
                  </a:lnTo>
                  <a:lnTo>
                    <a:pt x="252971" y="78803"/>
                  </a:lnTo>
                  <a:lnTo>
                    <a:pt x="259029" y="73837"/>
                  </a:lnTo>
                  <a:lnTo>
                    <a:pt x="269113" y="70853"/>
                  </a:lnTo>
                  <a:lnTo>
                    <a:pt x="283210" y="69850"/>
                  </a:lnTo>
                  <a:lnTo>
                    <a:pt x="293370" y="69850"/>
                  </a:lnTo>
                  <a:lnTo>
                    <a:pt x="293370" y="59944"/>
                  </a:lnTo>
                  <a:lnTo>
                    <a:pt x="286131" y="59944"/>
                  </a:lnTo>
                  <a:lnTo>
                    <a:pt x="264045" y="61595"/>
                  </a:lnTo>
                  <a:lnTo>
                    <a:pt x="248297" y="66560"/>
                  </a:lnTo>
                  <a:lnTo>
                    <a:pt x="238848" y="74841"/>
                  </a:lnTo>
                  <a:lnTo>
                    <a:pt x="235915" y="85725"/>
                  </a:lnTo>
                  <a:lnTo>
                    <a:pt x="235712" y="86614"/>
                  </a:lnTo>
                  <a:lnTo>
                    <a:pt x="235712" y="92964"/>
                  </a:lnTo>
                  <a:lnTo>
                    <a:pt x="238379" y="98171"/>
                  </a:lnTo>
                  <a:lnTo>
                    <a:pt x="249047" y="106299"/>
                  </a:lnTo>
                  <a:lnTo>
                    <a:pt x="255905" y="108331"/>
                  </a:lnTo>
                  <a:lnTo>
                    <a:pt x="264160" y="108331"/>
                  </a:lnTo>
                  <a:lnTo>
                    <a:pt x="272681" y="107746"/>
                  </a:lnTo>
                  <a:lnTo>
                    <a:pt x="280377" y="105956"/>
                  </a:lnTo>
                  <a:lnTo>
                    <a:pt x="287261" y="102984"/>
                  </a:lnTo>
                  <a:lnTo>
                    <a:pt x="293370" y="98806"/>
                  </a:lnTo>
                  <a:lnTo>
                    <a:pt x="293370" y="106553"/>
                  </a:lnTo>
                  <a:lnTo>
                    <a:pt x="308102" y="106553"/>
                  </a:lnTo>
                  <a:lnTo>
                    <a:pt x="308102" y="98806"/>
                  </a:lnTo>
                  <a:lnTo>
                    <a:pt x="308102" y="97790"/>
                  </a:lnTo>
                  <a:lnTo>
                    <a:pt x="308102" y="69850"/>
                  </a:lnTo>
                  <a:lnTo>
                    <a:pt x="308102" y="46228"/>
                  </a:lnTo>
                  <a:close/>
                </a:path>
                <a:path w="4388484" h="137795">
                  <a:moveTo>
                    <a:pt x="478790" y="1778"/>
                  </a:moveTo>
                  <a:lnTo>
                    <a:pt x="455930" y="1778"/>
                  </a:lnTo>
                  <a:lnTo>
                    <a:pt x="424561" y="89154"/>
                  </a:lnTo>
                  <a:lnTo>
                    <a:pt x="399046" y="17526"/>
                  </a:lnTo>
                  <a:lnTo>
                    <a:pt x="393446" y="1778"/>
                  </a:lnTo>
                  <a:lnTo>
                    <a:pt x="370459" y="1778"/>
                  </a:lnTo>
                  <a:lnTo>
                    <a:pt x="370459" y="106553"/>
                  </a:lnTo>
                  <a:lnTo>
                    <a:pt x="384937" y="106553"/>
                  </a:lnTo>
                  <a:lnTo>
                    <a:pt x="384937" y="17526"/>
                  </a:lnTo>
                  <a:lnTo>
                    <a:pt x="417830" y="106553"/>
                  </a:lnTo>
                  <a:lnTo>
                    <a:pt x="431546" y="106553"/>
                  </a:lnTo>
                  <a:lnTo>
                    <a:pt x="437946" y="89154"/>
                  </a:lnTo>
                  <a:lnTo>
                    <a:pt x="464312" y="17526"/>
                  </a:lnTo>
                  <a:lnTo>
                    <a:pt x="464312" y="106553"/>
                  </a:lnTo>
                  <a:lnTo>
                    <a:pt x="478790" y="106553"/>
                  </a:lnTo>
                  <a:lnTo>
                    <a:pt x="478790" y="17526"/>
                  </a:lnTo>
                  <a:lnTo>
                    <a:pt x="478790" y="1778"/>
                  </a:lnTo>
                  <a:close/>
                </a:path>
                <a:path w="4388484" h="137795">
                  <a:moveTo>
                    <a:pt x="575551" y="68707"/>
                  </a:moveTo>
                  <a:lnTo>
                    <a:pt x="574890" y="59753"/>
                  </a:lnTo>
                  <a:lnTo>
                    <a:pt x="572884" y="51904"/>
                  </a:lnTo>
                  <a:lnTo>
                    <a:pt x="569556" y="45123"/>
                  </a:lnTo>
                  <a:lnTo>
                    <a:pt x="564997" y="39497"/>
                  </a:lnTo>
                  <a:lnTo>
                    <a:pt x="564896" y="39370"/>
                  </a:lnTo>
                  <a:lnTo>
                    <a:pt x="560324" y="35814"/>
                  </a:lnTo>
                  <a:lnTo>
                    <a:pt x="560324" y="59055"/>
                  </a:lnTo>
                  <a:lnTo>
                    <a:pt x="560324" y="78359"/>
                  </a:lnTo>
                  <a:lnTo>
                    <a:pt x="558076" y="85458"/>
                  </a:lnTo>
                  <a:lnTo>
                    <a:pt x="558025" y="85598"/>
                  </a:lnTo>
                  <a:lnTo>
                    <a:pt x="549275" y="95377"/>
                  </a:lnTo>
                  <a:lnTo>
                    <a:pt x="543255" y="97917"/>
                  </a:lnTo>
                  <a:lnTo>
                    <a:pt x="529628" y="97917"/>
                  </a:lnTo>
                  <a:lnTo>
                    <a:pt x="523621" y="95377"/>
                  </a:lnTo>
                  <a:lnTo>
                    <a:pt x="519303" y="90424"/>
                  </a:lnTo>
                  <a:lnTo>
                    <a:pt x="514858" y="85598"/>
                  </a:lnTo>
                  <a:lnTo>
                    <a:pt x="512699" y="78359"/>
                  </a:lnTo>
                  <a:lnTo>
                    <a:pt x="512699" y="59055"/>
                  </a:lnTo>
                  <a:lnTo>
                    <a:pt x="514794" y="51904"/>
                  </a:lnTo>
                  <a:lnTo>
                    <a:pt x="514858" y="51689"/>
                  </a:lnTo>
                  <a:lnTo>
                    <a:pt x="519303" y="46863"/>
                  </a:lnTo>
                  <a:lnTo>
                    <a:pt x="523621" y="42037"/>
                  </a:lnTo>
                  <a:lnTo>
                    <a:pt x="529336" y="39497"/>
                  </a:lnTo>
                  <a:lnTo>
                    <a:pt x="543560" y="39497"/>
                  </a:lnTo>
                  <a:lnTo>
                    <a:pt x="549275" y="42037"/>
                  </a:lnTo>
                  <a:lnTo>
                    <a:pt x="553720" y="46863"/>
                  </a:lnTo>
                  <a:lnTo>
                    <a:pt x="558025" y="51689"/>
                  </a:lnTo>
                  <a:lnTo>
                    <a:pt x="560324" y="59055"/>
                  </a:lnTo>
                  <a:lnTo>
                    <a:pt x="560324" y="35814"/>
                  </a:lnTo>
                  <a:lnTo>
                    <a:pt x="559117" y="34874"/>
                  </a:lnTo>
                  <a:lnTo>
                    <a:pt x="552475" y="31661"/>
                  </a:lnTo>
                  <a:lnTo>
                    <a:pt x="544918" y="29730"/>
                  </a:lnTo>
                  <a:lnTo>
                    <a:pt x="536448" y="29083"/>
                  </a:lnTo>
                  <a:lnTo>
                    <a:pt x="528015" y="29730"/>
                  </a:lnTo>
                  <a:lnTo>
                    <a:pt x="498094" y="59753"/>
                  </a:lnTo>
                  <a:lnTo>
                    <a:pt x="497459" y="68707"/>
                  </a:lnTo>
                  <a:lnTo>
                    <a:pt x="498094" y="77622"/>
                  </a:lnTo>
                  <a:lnTo>
                    <a:pt x="528015" y="107696"/>
                  </a:lnTo>
                  <a:lnTo>
                    <a:pt x="536448" y="108331"/>
                  </a:lnTo>
                  <a:lnTo>
                    <a:pt x="544918" y="107696"/>
                  </a:lnTo>
                  <a:lnTo>
                    <a:pt x="574890" y="77622"/>
                  </a:lnTo>
                  <a:lnTo>
                    <a:pt x="575551" y="68707"/>
                  </a:lnTo>
                  <a:close/>
                </a:path>
                <a:path w="4388484" h="137795">
                  <a:moveTo>
                    <a:pt x="623443" y="96520"/>
                  </a:moveTo>
                  <a:lnTo>
                    <a:pt x="621030" y="96901"/>
                  </a:lnTo>
                  <a:lnTo>
                    <a:pt x="618617" y="97028"/>
                  </a:lnTo>
                  <a:lnTo>
                    <a:pt x="613524" y="97028"/>
                  </a:lnTo>
                  <a:lnTo>
                    <a:pt x="611898" y="96520"/>
                  </a:lnTo>
                  <a:lnTo>
                    <a:pt x="611632" y="96520"/>
                  </a:lnTo>
                  <a:lnTo>
                    <a:pt x="608698" y="93599"/>
                  </a:lnTo>
                  <a:lnTo>
                    <a:pt x="607949" y="90297"/>
                  </a:lnTo>
                  <a:lnTo>
                    <a:pt x="607949" y="41275"/>
                  </a:lnTo>
                  <a:lnTo>
                    <a:pt x="621398" y="41275"/>
                  </a:lnTo>
                  <a:lnTo>
                    <a:pt x="621398" y="30734"/>
                  </a:lnTo>
                  <a:lnTo>
                    <a:pt x="607949" y="30734"/>
                  </a:lnTo>
                  <a:lnTo>
                    <a:pt x="607949" y="11938"/>
                  </a:lnTo>
                  <a:lnTo>
                    <a:pt x="593217" y="11938"/>
                  </a:lnTo>
                  <a:lnTo>
                    <a:pt x="593217" y="30734"/>
                  </a:lnTo>
                  <a:lnTo>
                    <a:pt x="582930" y="30734"/>
                  </a:lnTo>
                  <a:lnTo>
                    <a:pt x="582930" y="41275"/>
                  </a:lnTo>
                  <a:lnTo>
                    <a:pt x="593217" y="41275"/>
                  </a:lnTo>
                  <a:lnTo>
                    <a:pt x="593255" y="90297"/>
                  </a:lnTo>
                  <a:lnTo>
                    <a:pt x="593445" y="93599"/>
                  </a:lnTo>
                  <a:lnTo>
                    <a:pt x="593471" y="93853"/>
                  </a:lnTo>
                  <a:lnTo>
                    <a:pt x="594106" y="96520"/>
                  </a:lnTo>
                  <a:lnTo>
                    <a:pt x="594233" y="97028"/>
                  </a:lnTo>
                  <a:lnTo>
                    <a:pt x="594868" y="100076"/>
                  </a:lnTo>
                  <a:lnTo>
                    <a:pt x="596646" y="102616"/>
                  </a:lnTo>
                  <a:lnTo>
                    <a:pt x="599427" y="104648"/>
                  </a:lnTo>
                  <a:lnTo>
                    <a:pt x="602411" y="106680"/>
                  </a:lnTo>
                  <a:lnTo>
                    <a:pt x="602792" y="106680"/>
                  </a:lnTo>
                  <a:lnTo>
                    <a:pt x="606806" y="107569"/>
                  </a:lnTo>
                  <a:lnTo>
                    <a:pt x="616699" y="107569"/>
                  </a:lnTo>
                  <a:lnTo>
                    <a:pt x="620128" y="107315"/>
                  </a:lnTo>
                  <a:lnTo>
                    <a:pt x="623443" y="106680"/>
                  </a:lnTo>
                  <a:lnTo>
                    <a:pt x="623443" y="97028"/>
                  </a:lnTo>
                  <a:lnTo>
                    <a:pt x="623443" y="96520"/>
                  </a:lnTo>
                  <a:close/>
                </a:path>
                <a:path w="4388484" h="137795">
                  <a:moveTo>
                    <a:pt x="709676" y="68707"/>
                  </a:moveTo>
                  <a:lnTo>
                    <a:pt x="709002" y="59753"/>
                  </a:lnTo>
                  <a:lnTo>
                    <a:pt x="707009" y="51904"/>
                  </a:lnTo>
                  <a:lnTo>
                    <a:pt x="703668" y="45123"/>
                  </a:lnTo>
                  <a:lnTo>
                    <a:pt x="699109" y="39497"/>
                  </a:lnTo>
                  <a:lnTo>
                    <a:pt x="699008" y="39370"/>
                  </a:lnTo>
                  <a:lnTo>
                    <a:pt x="694423" y="35814"/>
                  </a:lnTo>
                  <a:lnTo>
                    <a:pt x="694423" y="59055"/>
                  </a:lnTo>
                  <a:lnTo>
                    <a:pt x="694423" y="78359"/>
                  </a:lnTo>
                  <a:lnTo>
                    <a:pt x="692188" y="85458"/>
                  </a:lnTo>
                  <a:lnTo>
                    <a:pt x="692150" y="85598"/>
                  </a:lnTo>
                  <a:lnTo>
                    <a:pt x="683374" y="95377"/>
                  </a:lnTo>
                  <a:lnTo>
                    <a:pt x="677367" y="97917"/>
                  </a:lnTo>
                  <a:lnTo>
                    <a:pt x="663740" y="97917"/>
                  </a:lnTo>
                  <a:lnTo>
                    <a:pt x="657733" y="95377"/>
                  </a:lnTo>
                  <a:lnTo>
                    <a:pt x="653402" y="90424"/>
                  </a:lnTo>
                  <a:lnTo>
                    <a:pt x="648970" y="85598"/>
                  </a:lnTo>
                  <a:lnTo>
                    <a:pt x="646798" y="78359"/>
                  </a:lnTo>
                  <a:lnTo>
                    <a:pt x="646798" y="59055"/>
                  </a:lnTo>
                  <a:lnTo>
                    <a:pt x="648906" y="51904"/>
                  </a:lnTo>
                  <a:lnTo>
                    <a:pt x="648970" y="51689"/>
                  </a:lnTo>
                  <a:lnTo>
                    <a:pt x="653402" y="46863"/>
                  </a:lnTo>
                  <a:lnTo>
                    <a:pt x="657733" y="42037"/>
                  </a:lnTo>
                  <a:lnTo>
                    <a:pt x="663448" y="39497"/>
                  </a:lnTo>
                  <a:lnTo>
                    <a:pt x="677672" y="39497"/>
                  </a:lnTo>
                  <a:lnTo>
                    <a:pt x="683374" y="42037"/>
                  </a:lnTo>
                  <a:lnTo>
                    <a:pt x="687832" y="46863"/>
                  </a:lnTo>
                  <a:lnTo>
                    <a:pt x="692150" y="51689"/>
                  </a:lnTo>
                  <a:lnTo>
                    <a:pt x="694423" y="59055"/>
                  </a:lnTo>
                  <a:lnTo>
                    <a:pt x="694423" y="35814"/>
                  </a:lnTo>
                  <a:lnTo>
                    <a:pt x="693229" y="34874"/>
                  </a:lnTo>
                  <a:lnTo>
                    <a:pt x="686587" y="31661"/>
                  </a:lnTo>
                  <a:lnTo>
                    <a:pt x="679030" y="29730"/>
                  </a:lnTo>
                  <a:lnTo>
                    <a:pt x="670560" y="29083"/>
                  </a:lnTo>
                  <a:lnTo>
                    <a:pt x="662127" y="29730"/>
                  </a:lnTo>
                  <a:lnTo>
                    <a:pt x="632206" y="59753"/>
                  </a:lnTo>
                  <a:lnTo>
                    <a:pt x="631571" y="68707"/>
                  </a:lnTo>
                  <a:lnTo>
                    <a:pt x="632206" y="77622"/>
                  </a:lnTo>
                  <a:lnTo>
                    <a:pt x="662127" y="107696"/>
                  </a:lnTo>
                  <a:lnTo>
                    <a:pt x="670560" y="108331"/>
                  </a:lnTo>
                  <a:lnTo>
                    <a:pt x="679030" y="107696"/>
                  </a:lnTo>
                  <a:lnTo>
                    <a:pt x="706932" y="85598"/>
                  </a:lnTo>
                  <a:lnTo>
                    <a:pt x="707009" y="85458"/>
                  </a:lnTo>
                  <a:lnTo>
                    <a:pt x="709002" y="77622"/>
                  </a:lnTo>
                  <a:lnTo>
                    <a:pt x="709676" y="68707"/>
                  </a:lnTo>
                  <a:close/>
                </a:path>
                <a:path w="4388484" h="137795">
                  <a:moveTo>
                    <a:pt x="768477" y="29591"/>
                  </a:moveTo>
                  <a:lnTo>
                    <a:pt x="766064" y="29210"/>
                  </a:lnTo>
                  <a:lnTo>
                    <a:pt x="763778" y="29083"/>
                  </a:lnTo>
                  <a:lnTo>
                    <a:pt x="753491" y="29083"/>
                  </a:lnTo>
                  <a:lnTo>
                    <a:pt x="746252" y="33147"/>
                  </a:lnTo>
                  <a:lnTo>
                    <a:pt x="740029" y="41275"/>
                  </a:lnTo>
                  <a:lnTo>
                    <a:pt x="740029" y="30734"/>
                  </a:lnTo>
                  <a:lnTo>
                    <a:pt x="725170" y="30734"/>
                  </a:lnTo>
                  <a:lnTo>
                    <a:pt x="725170" y="106553"/>
                  </a:lnTo>
                  <a:lnTo>
                    <a:pt x="740029" y="106553"/>
                  </a:lnTo>
                  <a:lnTo>
                    <a:pt x="740029" y="52959"/>
                  </a:lnTo>
                  <a:lnTo>
                    <a:pt x="745363" y="45720"/>
                  </a:lnTo>
                  <a:lnTo>
                    <a:pt x="751840" y="42164"/>
                  </a:lnTo>
                  <a:lnTo>
                    <a:pt x="763397" y="42164"/>
                  </a:lnTo>
                  <a:lnTo>
                    <a:pt x="766318" y="42418"/>
                  </a:lnTo>
                  <a:lnTo>
                    <a:pt x="768477" y="43053"/>
                  </a:lnTo>
                  <a:lnTo>
                    <a:pt x="768477" y="42164"/>
                  </a:lnTo>
                  <a:lnTo>
                    <a:pt x="768477" y="41275"/>
                  </a:lnTo>
                  <a:lnTo>
                    <a:pt x="768477" y="29591"/>
                  </a:lnTo>
                  <a:close/>
                </a:path>
                <a:path w="4388484" h="137795">
                  <a:moveTo>
                    <a:pt x="841756" y="77089"/>
                  </a:moveTo>
                  <a:lnTo>
                    <a:pt x="839343" y="72009"/>
                  </a:lnTo>
                  <a:lnTo>
                    <a:pt x="834390" y="69088"/>
                  </a:lnTo>
                  <a:lnTo>
                    <a:pt x="829564" y="66040"/>
                  </a:lnTo>
                  <a:lnTo>
                    <a:pt x="822071" y="63500"/>
                  </a:lnTo>
                  <a:lnTo>
                    <a:pt x="811911" y="61341"/>
                  </a:lnTo>
                  <a:lnTo>
                    <a:pt x="801878" y="59055"/>
                  </a:lnTo>
                  <a:lnTo>
                    <a:pt x="795528" y="57277"/>
                  </a:lnTo>
                  <a:lnTo>
                    <a:pt x="792988" y="56007"/>
                  </a:lnTo>
                  <a:lnTo>
                    <a:pt x="790575" y="54737"/>
                  </a:lnTo>
                  <a:lnTo>
                    <a:pt x="789305" y="52578"/>
                  </a:lnTo>
                  <a:lnTo>
                    <a:pt x="789305" y="46355"/>
                  </a:lnTo>
                  <a:lnTo>
                    <a:pt x="790956" y="43815"/>
                  </a:lnTo>
                  <a:lnTo>
                    <a:pt x="794131" y="42164"/>
                  </a:lnTo>
                  <a:lnTo>
                    <a:pt x="797433" y="40386"/>
                  </a:lnTo>
                  <a:lnTo>
                    <a:pt x="801624" y="39497"/>
                  </a:lnTo>
                  <a:lnTo>
                    <a:pt x="817880" y="39497"/>
                  </a:lnTo>
                  <a:lnTo>
                    <a:pt x="823722" y="43053"/>
                  </a:lnTo>
                  <a:lnTo>
                    <a:pt x="824230" y="50292"/>
                  </a:lnTo>
                  <a:lnTo>
                    <a:pt x="838962" y="50292"/>
                  </a:lnTo>
                  <a:lnTo>
                    <a:pt x="805561" y="29083"/>
                  </a:lnTo>
                  <a:lnTo>
                    <a:pt x="796163" y="29083"/>
                  </a:lnTo>
                  <a:lnTo>
                    <a:pt x="788543" y="31115"/>
                  </a:lnTo>
                  <a:lnTo>
                    <a:pt x="782955" y="35179"/>
                  </a:lnTo>
                  <a:lnTo>
                    <a:pt x="777367" y="39370"/>
                  </a:lnTo>
                  <a:lnTo>
                    <a:pt x="774446" y="44577"/>
                  </a:lnTo>
                  <a:lnTo>
                    <a:pt x="774446" y="57785"/>
                  </a:lnTo>
                  <a:lnTo>
                    <a:pt x="776732" y="62611"/>
                  </a:lnTo>
                  <a:lnTo>
                    <a:pt x="785876" y="68199"/>
                  </a:lnTo>
                  <a:lnTo>
                    <a:pt x="792988" y="70612"/>
                  </a:lnTo>
                  <a:lnTo>
                    <a:pt x="812673" y="75184"/>
                  </a:lnTo>
                  <a:lnTo>
                    <a:pt x="819607" y="77089"/>
                  </a:lnTo>
                  <a:lnTo>
                    <a:pt x="819429" y="77089"/>
                  </a:lnTo>
                  <a:lnTo>
                    <a:pt x="822325" y="78359"/>
                  </a:lnTo>
                  <a:lnTo>
                    <a:pt x="825373" y="79756"/>
                  </a:lnTo>
                  <a:lnTo>
                    <a:pt x="827024" y="82169"/>
                  </a:lnTo>
                  <a:lnTo>
                    <a:pt x="827024" y="89154"/>
                  </a:lnTo>
                  <a:lnTo>
                    <a:pt x="825373" y="91948"/>
                  </a:lnTo>
                  <a:lnTo>
                    <a:pt x="822198" y="94361"/>
                  </a:lnTo>
                  <a:lnTo>
                    <a:pt x="818896" y="96647"/>
                  </a:lnTo>
                  <a:lnTo>
                    <a:pt x="814324" y="97790"/>
                  </a:lnTo>
                  <a:lnTo>
                    <a:pt x="794385" y="97790"/>
                  </a:lnTo>
                  <a:lnTo>
                    <a:pt x="787527" y="93091"/>
                  </a:lnTo>
                  <a:lnTo>
                    <a:pt x="787400" y="83947"/>
                  </a:lnTo>
                  <a:lnTo>
                    <a:pt x="772541" y="83947"/>
                  </a:lnTo>
                  <a:lnTo>
                    <a:pt x="808355" y="108331"/>
                  </a:lnTo>
                  <a:lnTo>
                    <a:pt x="818515" y="108331"/>
                  </a:lnTo>
                  <a:lnTo>
                    <a:pt x="826643" y="106045"/>
                  </a:lnTo>
                  <a:lnTo>
                    <a:pt x="837679" y="97790"/>
                  </a:lnTo>
                  <a:lnTo>
                    <a:pt x="838708" y="97028"/>
                  </a:lnTo>
                  <a:lnTo>
                    <a:pt x="841756" y="91186"/>
                  </a:lnTo>
                  <a:lnTo>
                    <a:pt x="841756" y="77089"/>
                  </a:lnTo>
                  <a:close/>
                </a:path>
                <a:path w="4388484" h="137795">
                  <a:moveTo>
                    <a:pt x="878713" y="91948"/>
                  </a:moveTo>
                  <a:lnTo>
                    <a:pt x="862711" y="91948"/>
                  </a:lnTo>
                  <a:lnTo>
                    <a:pt x="862711" y="106553"/>
                  </a:lnTo>
                  <a:lnTo>
                    <a:pt x="870585" y="106553"/>
                  </a:lnTo>
                  <a:lnTo>
                    <a:pt x="870585" y="115697"/>
                  </a:lnTo>
                  <a:lnTo>
                    <a:pt x="867918" y="120396"/>
                  </a:lnTo>
                  <a:lnTo>
                    <a:pt x="862711" y="120396"/>
                  </a:lnTo>
                  <a:lnTo>
                    <a:pt x="862711" y="127254"/>
                  </a:lnTo>
                  <a:lnTo>
                    <a:pt x="867918" y="127254"/>
                  </a:lnTo>
                  <a:lnTo>
                    <a:pt x="871982" y="125349"/>
                  </a:lnTo>
                  <a:lnTo>
                    <a:pt x="874649" y="121539"/>
                  </a:lnTo>
                  <a:lnTo>
                    <a:pt x="877443" y="117729"/>
                  </a:lnTo>
                  <a:lnTo>
                    <a:pt x="878713" y="112776"/>
                  </a:lnTo>
                  <a:lnTo>
                    <a:pt x="878713" y="91948"/>
                  </a:lnTo>
                  <a:close/>
                </a:path>
                <a:path w="4388484" h="137795">
                  <a:moveTo>
                    <a:pt x="1054862" y="1778"/>
                  </a:moveTo>
                  <a:lnTo>
                    <a:pt x="1032002" y="1778"/>
                  </a:lnTo>
                  <a:lnTo>
                    <a:pt x="1000633" y="89154"/>
                  </a:lnTo>
                  <a:lnTo>
                    <a:pt x="975118" y="17526"/>
                  </a:lnTo>
                  <a:lnTo>
                    <a:pt x="969518" y="1778"/>
                  </a:lnTo>
                  <a:lnTo>
                    <a:pt x="946531" y="1778"/>
                  </a:lnTo>
                  <a:lnTo>
                    <a:pt x="946531" y="106553"/>
                  </a:lnTo>
                  <a:lnTo>
                    <a:pt x="961009" y="106553"/>
                  </a:lnTo>
                  <a:lnTo>
                    <a:pt x="961009" y="17526"/>
                  </a:lnTo>
                  <a:lnTo>
                    <a:pt x="993902" y="106553"/>
                  </a:lnTo>
                  <a:lnTo>
                    <a:pt x="1007618" y="106553"/>
                  </a:lnTo>
                  <a:lnTo>
                    <a:pt x="1014018" y="89154"/>
                  </a:lnTo>
                  <a:lnTo>
                    <a:pt x="1040384" y="17526"/>
                  </a:lnTo>
                  <a:lnTo>
                    <a:pt x="1040384" y="106553"/>
                  </a:lnTo>
                  <a:lnTo>
                    <a:pt x="1054862" y="106553"/>
                  </a:lnTo>
                  <a:lnTo>
                    <a:pt x="1054862" y="17526"/>
                  </a:lnTo>
                  <a:lnTo>
                    <a:pt x="1054862" y="1778"/>
                  </a:lnTo>
                  <a:close/>
                </a:path>
                <a:path w="4388484" h="137795">
                  <a:moveTo>
                    <a:pt x="1146302" y="46228"/>
                  </a:moveTo>
                  <a:lnTo>
                    <a:pt x="1143673" y="39497"/>
                  </a:lnTo>
                  <a:lnTo>
                    <a:pt x="1143381" y="38735"/>
                  </a:lnTo>
                  <a:lnTo>
                    <a:pt x="1137577" y="34912"/>
                  </a:lnTo>
                  <a:lnTo>
                    <a:pt x="1132484" y="32308"/>
                  </a:lnTo>
                  <a:lnTo>
                    <a:pt x="1126744" y="30543"/>
                  </a:lnTo>
                  <a:lnTo>
                    <a:pt x="1119962" y="29451"/>
                  </a:lnTo>
                  <a:lnTo>
                    <a:pt x="1112393" y="29083"/>
                  </a:lnTo>
                  <a:lnTo>
                    <a:pt x="1097267" y="30543"/>
                  </a:lnTo>
                  <a:lnTo>
                    <a:pt x="1086205" y="34912"/>
                  </a:lnTo>
                  <a:lnTo>
                    <a:pt x="1079220" y="42214"/>
                  </a:lnTo>
                  <a:lnTo>
                    <a:pt x="1076325" y="52451"/>
                  </a:lnTo>
                  <a:lnTo>
                    <a:pt x="1091184" y="52451"/>
                  </a:lnTo>
                  <a:lnTo>
                    <a:pt x="1091260" y="50546"/>
                  </a:lnTo>
                  <a:lnTo>
                    <a:pt x="1091374" y="48133"/>
                  </a:lnTo>
                  <a:lnTo>
                    <a:pt x="1091476" y="45593"/>
                  </a:lnTo>
                  <a:lnTo>
                    <a:pt x="1091565" y="43815"/>
                  </a:lnTo>
                  <a:lnTo>
                    <a:pt x="1098423" y="39497"/>
                  </a:lnTo>
                  <a:lnTo>
                    <a:pt x="1117854" y="39497"/>
                  </a:lnTo>
                  <a:lnTo>
                    <a:pt x="1130554" y="48133"/>
                  </a:lnTo>
                  <a:lnTo>
                    <a:pt x="1131189" y="50546"/>
                  </a:lnTo>
                  <a:lnTo>
                    <a:pt x="1131570" y="54483"/>
                  </a:lnTo>
                  <a:lnTo>
                    <a:pt x="1131570" y="59944"/>
                  </a:lnTo>
                  <a:lnTo>
                    <a:pt x="1131570" y="69850"/>
                  </a:lnTo>
                  <a:lnTo>
                    <a:pt x="1131570" y="86614"/>
                  </a:lnTo>
                  <a:lnTo>
                    <a:pt x="1128903" y="90043"/>
                  </a:lnTo>
                  <a:lnTo>
                    <a:pt x="1125347" y="92710"/>
                  </a:lnTo>
                  <a:lnTo>
                    <a:pt x="1116203" y="96774"/>
                  </a:lnTo>
                  <a:lnTo>
                    <a:pt x="1111504" y="97790"/>
                  </a:lnTo>
                  <a:lnTo>
                    <a:pt x="1101344" y="97790"/>
                  </a:lnTo>
                  <a:lnTo>
                    <a:pt x="1097026" y="96774"/>
                  </a:lnTo>
                  <a:lnTo>
                    <a:pt x="1093851" y="94615"/>
                  </a:lnTo>
                  <a:lnTo>
                    <a:pt x="1090803" y="92583"/>
                  </a:lnTo>
                  <a:lnTo>
                    <a:pt x="1089152" y="89662"/>
                  </a:lnTo>
                  <a:lnTo>
                    <a:pt x="1089152" y="85725"/>
                  </a:lnTo>
                  <a:lnTo>
                    <a:pt x="1091171" y="78803"/>
                  </a:lnTo>
                  <a:lnTo>
                    <a:pt x="1097229" y="73837"/>
                  </a:lnTo>
                  <a:lnTo>
                    <a:pt x="1107313" y="70853"/>
                  </a:lnTo>
                  <a:lnTo>
                    <a:pt x="1121410" y="69850"/>
                  </a:lnTo>
                  <a:lnTo>
                    <a:pt x="1131570" y="69850"/>
                  </a:lnTo>
                  <a:lnTo>
                    <a:pt x="1131570" y="59944"/>
                  </a:lnTo>
                  <a:lnTo>
                    <a:pt x="1124331" y="59944"/>
                  </a:lnTo>
                  <a:lnTo>
                    <a:pt x="1102245" y="61595"/>
                  </a:lnTo>
                  <a:lnTo>
                    <a:pt x="1086497" y="66560"/>
                  </a:lnTo>
                  <a:lnTo>
                    <a:pt x="1077048" y="74841"/>
                  </a:lnTo>
                  <a:lnTo>
                    <a:pt x="1074115" y="85725"/>
                  </a:lnTo>
                  <a:lnTo>
                    <a:pt x="1073912" y="86614"/>
                  </a:lnTo>
                  <a:lnTo>
                    <a:pt x="1073912" y="92964"/>
                  </a:lnTo>
                  <a:lnTo>
                    <a:pt x="1076579" y="98171"/>
                  </a:lnTo>
                  <a:lnTo>
                    <a:pt x="1087247" y="106299"/>
                  </a:lnTo>
                  <a:lnTo>
                    <a:pt x="1094105" y="108331"/>
                  </a:lnTo>
                  <a:lnTo>
                    <a:pt x="1102360" y="108331"/>
                  </a:lnTo>
                  <a:lnTo>
                    <a:pt x="1110881" y="107746"/>
                  </a:lnTo>
                  <a:lnTo>
                    <a:pt x="1118577" y="105956"/>
                  </a:lnTo>
                  <a:lnTo>
                    <a:pt x="1125461" y="102984"/>
                  </a:lnTo>
                  <a:lnTo>
                    <a:pt x="1131570" y="98806"/>
                  </a:lnTo>
                  <a:lnTo>
                    <a:pt x="1131570" y="106553"/>
                  </a:lnTo>
                  <a:lnTo>
                    <a:pt x="1146302" y="106553"/>
                  </a:lnTo>
                  <a:lnTo>
                    <a:pt x="1146302" y="98806"/>
                  </a:lnTo>
                  <a:lnTo>
                    <a:pt x="1146302" y="97790"/>
                  </a:lnTo>
                  <a:lnTo>
                    <a:pt x="1146302" y="69850"/>
                  </a:lnTo>
                  <a:lnTo>
                    <a:pt x="1146302" y="46228"/>
                  </a:lnTo>
                  <a:close/>
                </a:path>
                <a:path w="4388484" h="137795">
                  <a:moveTo>
                    <a:pt x="1210437" y="29591"/>
                  </a:moveTo>
                  <a:lnTo>
                    <a:pt x="1208024" y="29210"/>
                  </a:lnTo>
                  <a:lnTo>
                    <a:pt x="1205738" y="29083"/>
                  </a:lnTo>
                  <a:lnTo>
                    <a:pt x="1195451" y="29083"/>
                  </a:lnTo>
                  <a:lnTo>
                    <a:pt x="1188212" y="33147"/>
                  </a:lnTo>
                  <a:lnTo>
                    <a:pt x="1181989" y="41275"/>
                  </a:lnTo>
                  <a:lnTo>
                    <a:pt x="1181989" y="30734"/>
                  </a:lnTo>
                  <a:lnTo>
                    <a:pt x="1167130" y="30734"/>
                  </a:lnTo>
                  <a:lnTo>
                    <a:pt x="1167130" y="106553"/>
                  </a:lnTo>
                  <a:lnTo>
                    <a:pt x="1181989" y="106553"/>
                  </a:lnTo>
                  <a:lnTo>
                    <a:pt x="1181989" y="52959"/>
                  </a:lnTo>
                  <a:lnTo>
                    <a:pt x="1187323" y="45720"/>
                  </a:lnTo>
                  <a:lnTo>
                    <a:pt x="1193800" y="42164"/>
                  </a:lnTo>
                  <a:lnTo>
                    <a:pt x="1205357" y="42164"/>
                  </a:lnTo>
                  <a:lnTo>
                    <a:pt x="1208278" y="42418"/>
                  </a:lnTo>
                  <a:lnTo>
                    <a:pt x="1210437" y="43053"/>
                  </a:lnTo>
                  <a:lnTo>
                    <a:pt x="1210437" y="42164"/>
                  </a:lnTo>
                  <a:lnTo>
                    <a:pt x="1210437" y="41275"/>
                  </a:lnTo>
                  <a:lnTo>
                    <a:pt x="1210437" y="29591"/>
                  </a:lnTo>
                  <a:close/>
                </a:path>
                <a:path w="4388484" h="137795">
                  <a:moveTo>
                    <a:pt x="1288034" y="30734"/>
                  </a:moveTo>
                  <a:lnTo>
                    <a:pt x="1273302" y="30734"/>
                  </a:lnTo>
                  <a:lnTo>
                    <a:pt x="1273302" y="85090"/>
                  </a:lnTo>
                  <a:lnTo>
                    <a:pt x="1267904" y="90424"/>
                  </a:lnTo>
                  <a:lnTo>
                    <a:pt x="1262456" y="94132"/>
                  </a:lnTo>
                  <a:lnTo>
                    <a:pt x="1256626" y="96405"/>
                  </a:lnTo>
                  <a:lnTo>
                    <a:pt x="1250569" y="97155"/>
                  </a:lnTo>
                  <a:lnTo>
                    <a:pt x="1244981" y="97155"/>
                  </a:lnTo>
                  <a:lnTo>
                    <a:pt x="1241044" y="95885"/>
                  </a:lnTo>
                  <a:lnTo>
                    <a:pt x="1238631" y="93091"/>
                  </a:lnTo>
                  <a:lnTo>
                    <a:pt x="1236218" y="90424"/>
                  </a:lnTo>
                  <a:lnTo>
                    <a:pt x="1234948" y="85979"/>
                  </a:lnTo>
                  <a:lnTo>
                    <a:pt x="1234948" y="30734"/>
                  </a:lnTo>
                  <a:lnTo>
                    <a:pt x="1220216" y="30734"/>
                  </a:lnTo>
                  <a:lnTo>
                    <a:pt x="1220216" y="80391"/>
                  </a:lnTo>
                  <a:lnTo>
                    <a:pt x="1221968" y="92633"/>
                  </a:lnTo>
                  <a:lnTo>
                    <a:pt x="1227251" y="101371"/>
                  </a:lnTo>
                  <a:lnTo>
                    <a:pt x="1236065" y="106591"/>
                  </a:lnTo>
                  <a:lnTo>
                    <a:pt x="1248410" y="108331"/>
                  </a:lnTo>
                  <a:lnTo>
                    <a:pt x="1255115" y="107619"/>
                  </a:lnTo>
                  <a:lnTo>
                    <a:pt x="1261516" y="105486"/>
                  </a:lnTo>
                  <a:lnTo>
                    <a:pt x="1267587" y="101904"/>
                  </a:lnTo>
                  <a:lnTo>
                    <a:pt x="1273009" y="97155"/>
                  </a:lnTo>
                  <a:lnTo>
                    <a:pt x="1273302" y="96901"/>
                  </a:lnTo>
                  <a:lnTo>
                    <a:pt x="1273302" y="106591"/>
                  </a:lnTo>
                  <a:lnTo>
                    <a:pt x="1288034" y="106591"/>
                  </a:lnTo>
                  <a:lnTo>
                    <a:pt x="1288034" y="96901"/>
                  </a:lnTo>
                  <a:lnTo>
                    <a:pt x="1288034" y="30734"/>
                  </a:lnTo>
                  <a:close/>
                </a:path>
                <a:path w="4388484" h="137795">
                  <a:moveTo>
                    <a:pt x="1341247" y="96520"/>
                  </a:moveTo>
                  <a:lnTo>
                    <a:pt x="1338834" y="96901"/>
                  </a:lnTo>
                  <a:lnTo>
                    <a:pt x="1336421" y="97028"/>
                  </a:lnTo>
                  <a:lnTo>
                    <a:pt x="1331341" y="97028"/>
                  </a:lnTo>
                  <a:lnTo>
                    <a:pt x="1329702" y="96520"/>
                  </a:lnTo>
                  <a:lnTo>
                    <a:pt x="1329436" y="96520"/>
                  </a:lnTo>
                  <a:lnTo>
                    <a:pt x="1326515" y="93599"/>
                  </a:lnTo>
                  <a:lnTo>
                    <a:pt x="1325753" y="90297"/>
                  </a:lnTo>
                  <a:lnTo>
                    <a:pt x="1325753" y="41275"/>
                  </a:lnTo>
                  <a:lnTo>
                    <a:pt x="1339215" y="41275"/>
                  </a:lnTo>
                  <a:lnTo>
                    <a:pt x="1339215" y="30734"/>
                  </a:lnTo>
                  <a:lnTo>
                    <a:pt x="1325753" y="30734"/>
                  </a:lnTo>
                  <a:lnTo>
                    <a:pt x="1325753" y="11938"/>
                  </a:lnTo>
                  <a:lnTo>
                    <a:pt x="1311021" y="11938"/>
                  </a:lnTo>
                  <a:lnTo>
                    <a:pt x="1311021" y="30734"/>
                  </a:lnTo>
                  <a:lnTo>
                    <a:pt x="1300734" y="30734"/>
                  </a:lnTo>
                  <a:lnTo>
                    <a:pt x="1300734" y="41275"/>
                  </a:lnTo>
                  <a:lnTo>
                    <a:pt x="1311021" y="41275"/>
                  </a:lnTo>
                  <a:lnTo>
                    <a:pt x="1311059" y="90297"/>
                  </a:lnTo>
                  <a:lnTo>
                    <a:pt x="1311249" y="93599"/>
                  </a:lnTo>
                  <a:lnTo>
                    <a:pt x="1311275" y="93853"/>
                  </a:lnTo>
                  <a:lnTo>
                    <a:pt x="1311910" y="96520"/>
                  </a:lnTo>
                  <a:lnTo>
                    <a:pt x="1312037" y="97028"/>
                  </a:lnTo>
                  <a:lnTo>
                    <a:pt x="1312672" y="100076"/>
                  </a:lnTo>
                  <a:lnTo>
                    <a:pt x="1314450" y="102616"/>
                  </a:lnTo>
                  <a:lnTo>
                    <a:pt x="1317244" y="104648"/>
                  </a:lnTo>
                  <a:lnTo>
                    <a:pt x="1320215" y="106680"/>
                  </a:lnTo>
                  <a:lnTo>
                    <a:pt x="1320596" y="106680"/>
                  </a:lnTo>
                  <a:lnTo>
                    <a:pt x="1324610" y="107569"/>
                  </a:lnTo>
                  <a:lnTo>
                    <a:pt x="1334516" y="107569"/>
                  </a:lnTo>
                  <a:lnTo>
                    <a:pt x="1337945" y="107315"/>
                  </a:lnTo>
                  <a:lnTo>
                    <a:pt x="1341247" y="106680"/>
                  </a:lnTo>
                  <a:lnTo>
                    <a:pt x="1341247" y="97028"/>
                  </a:lnTo>
                  <a:lnTo>
                    <a:pt x="1341247" y="96520"/>
                  </a:lnTo>
                  <a:close/>
                </a:path>
                <a:path w="4388484" h="137795">
                  <a:moveTo>
                    <a:pt x="1369441" y="30734"/>
                  </a:moveTo>
                  <a:lnTo>
                    <a:pt x="1354582" y="30734"/>
                  </a:lnTo>
                  <a:lnTo>
                    <a:pt x="1354582" y="106553"/>
                  </a:lnTo>
                  <a:lnTo>
                    <a:pt x="1369441" y="106553"/>
                  </a:lnTo>
                  <a:lnTo>
                    <a:pt x="1369441" y="30734"/>
                  </a:lnTo>
                  <a:close/>
                </a:path>
                <a:path w="4388484" h="137795">
                  <a:moveTo>
                    <a:pt x="1369441" y="1778"/>
                  </a:moveTo>
                  <a:lnTo>
                    <a:pt x="1354582" y="1778"/>
                  </a:lnTo>
                  <a:lnTo>
                    <a:pt x="1354582" y="16383"/>
                  </a:lnTo>
                  <a:lnTo>
                    <a:pt x="1369441" y="16383"/>
                  </a:lnTo>
                  <a:lnTo>
                    <a:pt x="1369441" y="1778"/>
                  </a:lnTo>
                  <a:close/>
                </a:path>
                <a:path w="4388484" h="137795">
                  <a:moveTo>
                    <a:pt x="1520444" y="69850"/>
                  </a:moveTo>
                  <a:lnTo>
                    <a:pt x="1518285" y="64262"/>
                  </a:lnTo>
                  <a:lnTo>
                    <a:pt x="1513967" y="60071"/>
                  </a:lnTo>
                  <a:lnTo>
                    <a:pt x="1509649" y="55753"/>
                  </a:lnTo>
                  <a:lnTo>
                    <a:pt x="1504442" y="52705"/>
                  </a:lnTo>
                  <a:lnTo>
                    <a:pt x="1492504" y="48641"/>
                  </a:lnTo>
                  <a:lnTo>
                    <a:pt x="1484376" y="46609"/>
                  </a:lnTo>
                  <a:lnTo>
                    <a:pt x="1463802" y="42545"/>
                  </a:lnTo>
                  <a:lnTo>
                    <a:pt x="1456817" y="40386"/>
                  </a:lnTo>
                  <a:lnTo>
                    <a:pt x="1453134" y="38227"/>
                  </a:lnTo>
                  <a:lnTo>
                    <a:pt x="1449324" y="36068"/>
                  </a:lnTo>
                  <a:lnTo>
                    <a:pt x="1447419" y="32766"/>
                  </a:lnTo>
                  <a:lnTo>
                    <a:pt x="1447419" y="23622"/>
                  </a:lnTo>
                  <a:lnTo>
                    <a:pt x="1449832" y="19685"/>
                  </a:lnTo>
                  <a:lnTo>
                    <a:pt x="1454404" y="16764"/>
                  </a:lnTo>
                  <a:lnTo>
                    <a:pt x="1459103" y="13970"/>
                  </a:lnTo>
                  <a:lnTo>
                    <a:pt x="1465707" y="12446"/>
                  </a:lnTo>
                  <a:lnTo>
                    <a:pt x="1474216" y="12446"/>
                  </a:lnTo>
                  <a:lnTo>
                    <a:pt x="1485849" y="13639"/>
                  </a:lnTo>
                  <a:lnTo>
                    <a:pt x="1494497" y="17208"/>
                  </a:lnTo>
                  <a:lnTo>
                    <a:pt x="1500136" y="23164"/>
                  </a:lnTo>
                  <a:lnTo>
                    <a:pt x="1502791" y="31496"/>
                  </a:lnTo>
                  <a:lnTo>
                    <a:pt x="1517650" y="31496"/>
                  </a:lnTo>
                  <a:lnTo>
                    <a:pt x="1491170" y="2082"/>
                  </a:lnTo>
                  <a:lnTo>
                    <a:pt x="1473581" y="0"/>
                  </a:lnTo>
                  <a:lnTo>
                    <a:pt x="1464703" y="533"/>
                  </a:lnTo>
                  <a:lnTo>
                    <a:pt x="1432560" y="20574"/>
                  </a:lnTo>
                  <a:lnTo>
                    <a:pt x="1432560" y="36576"/>
                  </a:lnTo>
                  <a:lnTo>
                    <a:pt x="1460792" y="55753"/>
                  </a:lnTo>
                  <a:lnTo>
                    <a:pt x="1460931" y="55753"/>
                  </a:lnTo>
                  <a:lnTo>
                    <a:pt x="1469644" y="57785"/>
                  </a:lnTo>
                  <a:lnTo>
                    <a:pt x="1505585" y="72263"/>
                  </a:lnTo>
                  <a:lnTo>
                    <a:pt x="1505585" y="83566"/>
                  </a:lnTo>
                  <a:lnTo>
                    <a:pt x="1502918" y="87884"/>
                  </a:lnTo>
                  <a:lnTo>
                    <a:pt x="1492504" y="94234"/>
                  </a:lnTo>
                  <a:lnTo>
                    <a:pt x="1485646" y="95885"/>
                  </a:lnTo>
                  <a:lnTo>
                    <a:pt x="1468120" y="95885"/>
                  </a:lnTo>
                  <a:lnTo>
                    <a:pt x="1460373" y="93980"/>
                  </a:lnTo>
                  <a:lnTo>
                    <a:pt x="1454023" y="90170"/>
                  </a:lnTo>
                  <a:lnTo>
                    <a:pt x="1447673" y="86487"/>
                  </a:lnTo>
                  <a:lnTo>
                    <a:pt x="1444117" y="80772"/>
                  </a:lnTo>
                  <a:lnTo>
                    <a:pt x="1443355" y="72898"/>
                  </a:lnTo>
                  <a:lnTo>
                    <a:pt x="1428623" y="72898"/>
                  </a:lnTo>
                  <a:lnTo>
                    <a:pt x="1456448" y="105867"/>
                  </a:lnTo>
                  <a:lnTo>
                    <a:pt x="1466710" y="107784"/>
                  </a:lnTo>
                  <a:lnTo>
                    <a:pt x="1467624" y="107784"/>
                  </a:lnTo>
                  <a:lnTo>
                    <a:pt x="1477772" y="108331"/>
                  </a:lnTo>
                  <a:lnTo>
                    <a:pt x="1513319" y="95885"/>
                  </a:lnTo>
                  <a:lnTo>
                    <a:pt x="1516507" y="93472"/>
                  </a:lnTo>
                  <a:lnTo>
                    <a:pt x="1520444" y="85979"/>
                  </a:lnTo>
                  <a:lnTo>
                    <a:pt x="1520444" y="69850"/>
                  </a:lnTo>
                  <a:close/>
                </a:path>
                <a:path w="4388484" h="137795">
                  <a:moveTo>
                    <a:pt x="1606550" y="30734"/>
                  </a:moveTo>
                  <a:lnTo>
                    <a:pt x="1591818" y="30734"/>
                  </a:lnTo>
                  <a:lnTo>
                    <a:pt x="1591818" y="85090"/>
                  </a:lnTo>
                  <a:lnTo>
                    <a:pt x="1586420" y="90424"/>
                  </a:lnTo>
                  <a:lnTo>
                    <a:pt x="1580972" y="94132"/>
                  </a:lnTo>
                  <a:lnTo>
                    <a:pt x="1575142" y="96405"/>
                  </a:lnTo>
                  <a:lnTo>
                    <a:pt x="1569085" y="97155"/>
                  </a:lnTo>
                  <a:lnTo>
                    <a:pt x="1563497" y="97155"/>
                  </a:lnTo>
                  <a:lnTo>
                    <a:pt x="1559560" y="95885"/>
                  </a:lnTo>
                  <a:lnTo>
                    <a:pt x="1557147" y="93091"/>
                  </a:lnTo>
                  <a:lnTo>
                    <a:pt x="1554734" y="90424"/>
                  </a:lnTo>
                  <a:lnTo>
                    <a:pt x="1553464" y="85979"/>
                  </a:lnTo>
                  <a:lnTo>
                    <a:pt x="1553464" y="30734"/>
                  </a:lnTo>
                  <a:lnTo>
                    <a:pt x="1538732" y="30734"/>
                  </a:lnTo>
                  <a:lnTo>
                    <a:pt x="1538732" y="80391"/>
                  </a:lnTo>
                  <a:lnTo>
                    <a:pt x="1540484" y="92633"/>
                  </a:lnTo>
                  <a:lnTo>
                    <a:pt x="1545767" y="101371"/>
                  </a:lnTo>
                  <a:lnTo>
                    <a:pt x="1554581" y="106591"/>
                  </a:lnTo>
                  <a:lnTo>
                    <a:pt x="1566926" y="108331"/>
                  </a:lnTo>
                  <a:lnTo>
                    <a:pt x="1573631" y="107619"/>
                  </a:lnTo>
                  <a:lnTo>
                    <a:pt x="1580032" y="105486"/>
                  </a:lnTo>
                  <a:lnTo>
                    <a:pt x="1586103" y="101904"/>
                  </a:lnTo>
                  <a:lnTo>
                    <a:pt x="1591525" y="97155"/>
                  </a:lnTo>
                  <a:lnTo>
                    <a:pt x="1591818" y="96901"/>
                  </a:lnTo>
                  <a:lnTo>
                    <a:pt x="1591818" y="106591"/>
                  </a:lnTo>
                  <a:lnTo>
                    <a:pt x="1606550" y="106591"/>
                  </a:lnTo>
                  <a:lnTo>
                    <a:pt x="1606550" y="96901"/>
                  </a:lnTo>
                  <a:lnTo>
                    <a:pt x="1606550" y="30734"/>
                  </a:lnTo>
                  <a:close/>
                </a:path>
                <a:path w="4388484" h="137795">
                  <a:moveTo>
                    <a:pt x="1693545" y="95123"/>
                  </a:moveTo>
                  <a:lnTo>
                    <a:pt x="1639062" y="95123"/>
                  </a:lnTo>
                  <a:lnTo>
                    <a:pt x="1691005" y="42164"/>
                  </a:lnTo>
                  <a:lnTo>
                    <a:pt x="1691005" y="30734"/>
                  </a:lnTo>
                  <a:lnTo>
                    <a:pt x="1622679" y="30734"/>
                  </a:lnTo>
                  <a:lnTo>
                    <a:pt x="1622679" y="42164"/>
                  </a:lnTo>
                  <a:lnTo>
                    <a:pt x="1671574" y="42164"/>
                  </a:lnTo>
                  <a:lnTo>
                    <a:pt x="1619631" y="95123"/>
                  </a:lnTo>
                  <a:lnTo>
                    <a:pt x="1619631" y="106553"/>
                  </a:lnTo>
                  <a:lnTo>
                    <a:pt x="1693545" y="106553"/>
                  </a:lnTo>
                  <a:lnTo>
                    <a:pt x="1693545" y="95123"/>
                  </a:lnTo>
                  <a:close/>
                </a:path>
                <a:path w="4388484" h="137795">
                  <a:moveTo>
                    <a:pt x="1775714" y="30734"/>
                  </a:moveTo>
                  <a:lnTo>
                    <a:pt x="1760982" y="30734"/>
                  </a:lnTo>
                  <a:lnTo>
                    <a:pt x="1760982" y="85090"/>
                  </a:lnTo>
                  <a:lnTo>
                    <a:pt x="1755584" y="90424"/>
                  </a:lnTo>
                  <a:lnTo>
                    <a:pt x="1750136" y="94132"/>
                  </a:lnTo>
                  <a:lnTo>
                    <a:pt x="1744306" y="96405"/>
                  </a:lnTo>
                  <a:lnTo>
                    <a:pt x="1738249" y="97155"/>
                  </a:lnTo>
                  <a:lnTo>
                    <a:pt x="1732661" y="97155"/>
                  </a:lnTo>
                  <a:lnTo>
                    <a:pt x="1728724" y="95885"/>
                  </a:lnTo>
                  <a:lnTo>
                    <a:pt x="1726311" y="93091"/>
                  </a:lnTo>
                  <a:lnTo>
                    <a:pt x="1723898" y="90424"/>
                  </a:lnTo>
                  <a:lnTo>
                    <a:pt x="1722628" y="85979"/>
                  </a:lnTo>
                  <a:lnTo>
                    <a:pt x="1722628" y="30734"/>
                  </a:lnTo>
                  <a:lnTo>
                    <a:pt x="1707896" y="30734"/>
                  </a:lnTo>
                  <a:lnTo>
                    <a:pt x="1707896" y="80391"/>
                  </a:lnTo>
                  <a:lnTo>
                    <a:pt x="1709648" y="92633"/>
                  </a:lnTo>
                  <a:lnTo>
                    <a:pt x="1714944" y="101371"/>
                  </a:lnTo>
                  <a:lnTo>
                    <a:pt x="1723745" y="106591"/>
                  </a:lnTo>
                  <a:lnTo>
                    <a:pt x="1736090" y="108331"/>
                  </a:lnTo>
                  <a:lnTo>
                    <a:pt x="1742795" y="107619"/>
                  </a:lnTo>
                  <a:lnTo>
                    <a:pt x="1749196" y="105486"/>
                  </a:lnTo>
                  <a:lnTo>
                    <a:pt x="1755267" y="101904"/>
                  </a:lnTo>
                  <a:lnTo>
                    <a:pt x="1760689" y="97155"/>
                  </a:lnTo>
                  <a:lnTo>
                    <a:pt x="1760982" y="96901"/>
                  </a:lnTo>
                  <a:lnTo>
                    <a:pt x="1760982" y="106591"/>
                  </a:lnTo>
                  <a:lnTo>
                    <a:pt x="1775714" y="106591"/>
                  </a:lnTo>
                  <a:lnTo>
                    <a:pt x="1775714" y="96901"/>
                  </a:lnTo>
                  <a:lnTo>
                    <a:pt x="1775714" y="30734"/>
                  </a:lnTo>
                  <a:close/>
                </a:path>
                <a:path w="4388484" h="137795">
                  <a:moveTo>
                    <a:pt x="1865503" y="106553"/>
                  </a:moveTo>
                  <a:lnTo>
                    <a:pt x="1837385" y="68072"/>
                  </a:lnTo>
                  <a:lnTo>
                    <a:pt x="1832368" y="61214"/>
                  </a:lnTo>
                  <a:lnTo>
                    <a:pt x="1830705" y="58928"/>
                  </a:lnTo>
                  <a:lnTo>
                    <a:pt x="1862201" y="30734"/>
                  </a:lnTo>
                  <a:lnTo>
                    <a:pt x="1843532" y="30734"/>
                  </a:lnTo>
                  <a:lnTo>
                    <a:pt x="1811401" y="61214"/>
                  </a:lnTo>
                  <a:lnTo>
                    <a:pt x="1811401" y="1778"/>
                  </a:lnTo>
                  <a:lnTo>
                    <a:pt x="1796542" y="1778"/>
                  </a:lnTo>
                  <a:lnTo>
                    <a:pt x="1796542" y="106553"/>
                  </a:lnTo>
                  <a:lnTo>
                    <a:pt x="1811401" y="106553"/>
                  </a:lnTo>
                  <a:lnTo>
                    <a:pt x="1811401" y="76454"/>
                  </a:lnTo>
                  <a:lnTo>
                    <a:pt x="1820672" y="68072"/>
                  </a:lnTo>
                  <a:lnTo>
                    <a:pt x="1847723" y="106553"/>
                  </a:lnTo>
                  <a:lnTo>
                    <a:pt x="1865503" y="106553"/>
                  </a:lnTo>
                  <a:close/>
                </a:path>
                <a:path w="4388484" h="137795">
                  <a:moveTo>
                    <a:pt x="1892173" y="30734"/>
                  </a:moveTo>
                  <a:lnTo>
                    <a:pt x="1877314" y="30734"/>
                  </a:lnTo>
                  <a:lnTo>
                    <a:pt x="1877314" y="106553"/>
                  </a:lnTo>
                  <a:lnTo>
                    <a:pt x="1892173" y="106553"/>
                  </a:lnTo>
                  <a:lnTo>
                    <a:pt x="1892173" y="30734"/>
                  </a:lnTo>
                  <a:close/>
                </a:path>
                <a:path w="4388484" h="137795">
                  <a:moveTo>
                    <a:pt x="1892173" y="1778"/>
                  </a:moveTo>
                  <a:lnTo>
                    <a:pt x="1877314" y="1778"/>
                  </a:lnTo>
                  <a:lnTo>
                    <a:pt x="1877314" y="16383"/>
                  </a:lnTo>
                  <a:lnTo>
                    <a:pt x="1892173" y="16383"/>
                  </a:lnTo>
                  <a:lnTo>
                    <a:pt x="1892173" y="1778"/>
                  </a:lnTo>
                  <a:close/>
                </a:path>
                <a:path w="4388484" h="137795">
                  <a:moveTo>
                    <a:pt x="1933321" y="91948"/>
                  </a:moveTo>
                  <a:lnTo>
                    <a:pt x="1917319" y="91948"/>
                  </a:lnTo>
                  <a:lnTo>
                    <a:pt x="1917319" y="106553"/>
                  </a:lnTo>
                  <a:lnTo>
                    <a:pt x="1925193" y="106553"/>
                  </a:lnTo>
                  <a:lnTo>
                    <a:pt x="1925193" y="115697"/>
                  </a:lnTo>
                  <a:lnTo>
                    <a:pt x="1922526" y="120396"/>
                  </a:lnTo>
                  <a:lnTo>
                    <a:pt x="1917319" y="120396"/>
                  </a:lnTo>
                  <a:lnTo>
                    <a:pt x="1917319" y="127254"/>
                  </a:lnTo>
                  <a:lnTo>
                    <a:pt x="1922526" y="127254"/>
                  </a:lnTo>
                  <a:lnTo>
                    <a:pt x="1926590" y="125349"/>
                  </a:lnTo>
                  <a:lnTo>
                    <a:pt x="1929257" y="121539"/>
                  </a:lnTo>
                  <a:lnTo>
                    <a:pt x="1932051" y="117729"/>
                  </a:lnTo>
                  <a:lnTo>
                    <a:pt x="1933321" y="112776"/>
                  </a:lnTo>
                  <a:lnTo>
                    <a:pt x="1933321" y="91948"/>
                  </a:lnTo>
                  <a:close/>
                </a:path>
                <a:path w="4388484" h="137795">
                  <a:moveTo>
                    <a:pt x="2109470" y="1778"/>
                  </a:moveTo>
                  <a:lnTo>
                    <a:pt x="2086610" y="1778"/>
                  </a:lnTo>
                  <a:lnTo>
                    <a:pt x="2055241" y="89154"/>
                  </a:lnTo>
                  <a:lnTo>
                    <a:pt x="2029726" y="17526"/>
                  </a:lnTo>
                  <a:lnTo>
                    <a:pt x="2024126" y="1778"/>
                  </a:lnTo>
                  <a:lnTo>
                    <a:pt x="2001139" y="1778"/>
                  </a:lnTo>
                  <a:lnTo>
                    <a:pt x="2001139" y="106553"/>
                  </a:lnTo>
                  <a:lnTo>
                    <a:pt x="2015617" y="106553"/>
                  </a:lnTo>
                  <a:lnTo>
                    <a:pt x="2015617" y="17526"/>
                  </a:lnTo>
                  <a:lnTo>
                    <a:pt x="2048510" y="106553"/>
                  </a:lnTo>
                  <a:lnTo>
                    <a:pt x="2062226" y="106553"/>
                  </a:lnTo>
                  <a:lnTo>
                    <a:pt x="2068626" y="89154"/>
                  </a:lnTo>
                  <a:lnTo>
                    <a:pt x="2094992" y="17526"/>
                  </a:lnTo>
                  <a:lnTo>
                    <a:pt x="2094992" y="106553"/>
                  </a:lnTo>
                  <a:lnTo>
                    <a:pt x="2109470" y="106553"/>
                  </a:lnTo>
                  <a:lnTo>
                    <a:pt x="2109470" y="17526"/>
                  </a:lnTo>
                  <a:lnTo>
                    <a:pt x="2109470" y="1778"/>
                  </a:lnTo>
                  <a:close/>
                </a:path>
                <a:path w="4388484" h="137795">
                  <a:moveTo>
                    <a:pt x="2200910" y="46228"/>
                  </a:moveTo>
                  <a:lnTo>
                    <a:pt x="2198281" y="39497"/>
                  </a:lnTo>
                  <a:lnTo>
                    <a:pt x="2197989" y="38735"/>
                  </a:lnTo>
                  <a:lnTo>
                    <a:pt x="2192185" y="34912"/>
                  </a:lnTo>
                  <a:lnTo>
                    <a:pt x="2187092" y="32308"/>
                  </a:lnTo>
                  <a:lnTo>
                    <a:pt x="2181352" y="30543"/>
                  </a:lnTo>
                  <a:lnTo>
                    <a:pt x="2174570" y="29451"/>
                  </a:lnTo>
                  <a:lnTo>
                    <a:pt x="2167001" y="29083"/>
                  </a:lnTo>
                  <a:lnTo>
                    <a:pt x="2151875" y="30543"/>
                  </a:lnTo>
                  <a:lnTo>
                    <a:pt x="2140813" y="34912"/>
                  </a:lnTo>
                  <a:lnTo>
                    <a:pt x="2133828" y="42214"/>
                  </a:lnTo>
                  <a:lnTo>
                    <a:pt x="2130933" y="52451"/>
                  </a:lnTo>
                  <a:lnTo>
                    <a:pt x="2145792" y="52451"/>
                  </a:lnTo>
                  <a:lnTo>
                    <a:pt x="2145868" y="50546"/>
                  </a:lnTo>
                  <a:lnTo>
                    <a:pt x="2145982" y="48133"/>
                  </a:lnTo>
                  <a:lnTo>
                    <a:pt x="2146084" y="45593"/>
                  </a:lnTo>
                  <a:lnTo>
                    <a:pt x="2146173" y="43815"/>
                  </a:lnTo>
                  <a:lnTo>
                    <a:pt x="2153031" y="39497"/>
                  </a:lnTo>
                  <a:lnTo>
                    <a:pt x="2172462" y="39497"/>
                  </a:lnTo>
                  <a:lnTo>
                    <a:pt x="2185162" y="48133"/>
                  </a:lnTo>
                  <a:lnTo>
                    <a:pt x="2185797" y="50546"/>
                  </a:lnTo>
                  <a:lnTo>
                    <a:pt x="2186178" y="54483"/>
                  </a:lnTo>
                  <a:lnTo>
                    <a:pt x="2186178" y="59944"/>
                  </a:lnTo>
                  <a:lnTo>
                    <a:pt x="2186178" y="69850"/>
                  </a:lnTo>
                  <a:lnTo>
                    <a:pt x="2186178" y="86614"/>
                  </a:lnTo>
                  <a:lnTo>
                    <a:pt x="2183511" y="90043"/>
                  </a:lnTo>
                  <a:lnTo>
                    <a:pt x="2179955" y="92710"/>
                  </a:lnTo>
                  <a:lnTo>
                    <a:pt x="2170811" y="96774"/>
                  </a:lnTo>
                  <a:lnTo>
                    <a:pt x="2166112" y="97790"/>
                  </a:lnTo>
                  <a:lnTo>
                    <a:pt x="2155952" y="97790"/>
                  </a:lnTo>
                  <a:lnTo>
                    <a:pt x="2151634" y="96774"/>
                  </a:lnTo>
                  <a:lnTo>
                    <a:pt x="2148459" y="94615"/>
                  </a:lnTo>
                  <a:lnTo>
                    <a:pt x="2145411" y="92583"/>
                  </a:lnTo>
                  <a:lnTo>
                    <a:pt x="2143760" y="89662"/>
                  </a:lnTo>
                  <a:lnTo>
                    <a:pt x="2143760" y="85725"/>
                  </a:lnTo>
                  <a:lnTo>
                    <a:pt x="2145779" y="78803"/>
                  </a:lnTo>
                  <a:lnTo>
                    <a:pt x="2151837" y="73837"/>
                  </a:lnTo>
                  <a:lnTo>
                    <a:pt x="2161921" y="70853"/>
                  </a:lnTo>
                  <a:lnTo>
                    <a:pt x="2176018" y="69850"/>
                  </a:lnTo>
                  <a:lnTo>
                    <a:pt x="2186178" y="69850"/>
                  </a:lnTo>
                  <a:lnTo>
                    <a:pt x="2186178" y="59944"/>
                  </a:lnTo>
                  <a:lnTo>
                    <a:pt x="2178939" y="59944"/>
                  </a:lnTo>
                  <a:lnTo>
                    <a:pt x="2156853" y="61595"/>
                  </a:lnTo>
                  <a:lnTo>
                    <a:pt x="2141105" y="66560"/>
                  </a:lnTo>
                  <a:lnTo>
                    <a:pt x="2131657" y="74841"/>
                  </a:lnTo>
                  <a:lnTo>
                    <a:pt x="2128723" y="85725"/>
                  </a:lnTo>
                  <a:lnTo>
                    <a:pt x="2128520" y="86614"/>
                  </a:lnTo>
                  <a:lnTo>
                    <a:pt x="2128520" y="92964"/>
                  </a:lnTo>
                  <a:lnTo>
                    <a:pt x="2131187" y="98171"/>
                  </a:lnTo>
                  <a:lnTo>
                    <a:pt x="2141855" y="106299"/>
                  </a:lnTo>
                  <a:lnTo>
                    <a:pt x="2148713" y="108331"/>
                  </a:lnTo>
                  <a:lnTo>
                    <a:pt x="2156968" y="108331"/>
                  </a:lnTo>
                  <a:lnTo>
                    <a:pt x="2165489" y="107746"/>
                  </a:lnTo>
                  <a:lnTo>
                    <a:pt x="2173186" y="105956"/>
                  </a:lnTo>
                  <a:lnTo>
                    <a:pt x="2180069" y="102984"/>
                  </a:lnTo>
                  <a:lnTo>
                    <a:pt x="2186178" y="98806"/>
                  </a:lnTo>
                  <a:lnTo>
                    <a:pt x="2186178" y="106553"/>
                  </a:lnTo>
                  <a:lnTo>
                    <a:pt x="2200910" y="106553"/>
                  </a:lnTo>
                  <a:lnTo>
                    <a:pt x="2200910" y="98806"/>
                  </a:lnTo>
                  <a:lnTo>
                    <a:pt x="2200910" y="97790"/>
                  </a:lnTo>
                  <a:lnTo>
                    <a:pt x="2200910" y="69850"/>
                  </a:lnTo>
                  <a:lnTo>
                    <a:pt x="2200910" y="46228"/>
                  </a:lnTo>
                  <a:close/>
                </a:path>
                <a:path w="4388484" h="137795">
                  <a:moveTo>
                    <a:pt x="2289683" y="57023"/>
                  </a:moveTo>
                  <a:lnTo>
                    <a:pt x="2287917" y="44792"/>
                  </a:lnTo>
                  <a:lnTo>
                    <a:pt x="2285098" y="40132"/>
                  </a:lnTo>
                  <a:lnTo>
                    <a:pt x="2282634" y="36055"/>
                  </a:lnTo>
                  <a:lnTo>
                    <a:pt x="2273820" y="30835"/>
                  </a:lnTo>
                  <a:lnTo>
                    <a:pt x="2261489" y="29083"/>
                  </a:lnTo>
                  <a:lnTo>
                    <a:pt x="2254720" y="29781"/>
                  </a:lnTo>
                  <a:lnTo>
                    <a:pt x="2248319" y="31889"/>
                  </a:lnTo>
                  <a:lnTo>
                    <a:pt x="2242286" y="35407"/>
                  </a:lnTo>
                  <a:lnTo>
                    <a:pt x="2236597" y="40386"/>
                  </a:lnTo>
                  <a:lnTo>
                    <a:pt x="2236597" y="1778"/>
                  </a:lnTo>
                  <a:lnTo>
                    <a:pt x="2221738" y="1778"/>
                  </a:lnTo>
                  <a:lnTo>
                    <a:pt x="2221738" y="106553"/>
                  </a:lnTo>
                  <a:lnTo>
                    <a:pt x="2236597" y="106553"/>
                  </a:lnTo>
                  <a:lnTo>
                    <a:pt x="2236597" y="52197"/>
                  </a:lnTo>
                  <a:lnTo>
                    <a:pt x="2242235" y="46939"/>
                  </a:lnTo>
                  <a:lnTo>
                    <a:pt x="2247900" y="43167"/>
                  </a:lnTo>
                  <a:lnTo>
                    <a:pt x="2253551" y="40894"/>
                  </a:lnTo>
                  <a:lnTo>
                    <a:pt x="2257310" y="40386"/>
                  </a:lnTo>
                  <a:lnTo>
                    <a:pt x="2259203" y="40132"/>
                  </a:lnTo>
                  <a:lnTo>
                    <a:pt x="2264791" y="40132"/>
                  </a:lnTo>
                  <a:lnTo>
                    <a:pt x="2268728" y="41529"/>
                  </a:lnTo>
                  <a:lnTo>
                    <a:pt x="2271268" y="44196"/>
                  </a:lnTo>
                  <a:lnTo>
                    <a:pt x="2273693" y="46939"/>
                  </a:lnTo>
                  <a:lnTo>
                    <a:pt x="2274824" y="51308"/>
                  </a:lnTo>
                  <a:lnTo>
                    <a:pt x="2274824" y="106553"/>
                  </a:lnTo>
                  <a:lnTo>
                    <a:pt x="2289683" y="106553"/>
                  </a:lnTo>
                  <a:lnTo>
                    <a:pt x="2289683" y="57023"/>
                  </a:lnTo>
                  <a:close/>
                </a:path>
                <a:path w="4388484" h="137795">
                  <a:moveTo>
                    <a:pt x="2324989" y="30734"/>
                  </a:moveTo>
                  <a:lnTo>
                    <a:pt x="2310130" y="30734"/>
                  </a:lnTo>
                  <a:lnTo>
                    <a:pt x="2310130" y="106553"/>
                  </a:lnTo>
                  <a:lnTo>
                    <a:pt x="2324989" y="106553"/>
                  </a:lnTo>
                  <a:lnTo>
                    <a:pt x="2324989" y="30734"/>
                  </a:lnTo>
                  <a:close/>
                </a:path>
                <a:path w="4388484" h="137795">
                  <a:moveTo>
                    <a:pt x="2324989" y="1778"/>
                  </a:moveTo>
                  <a:lnTo>
                    <a:pt x="2310130" y="1778"/>
                  </a:lnTo>
                  <a:lnTo>
                    <a:pt x="2310130" y="16383"/>
                  </a:lnTo>
                  <a:lnTo>
                    <a:pt x="2324989" y="16383"/>
                  </a:lnTo>
                  <a:lnTo>
                    <a:pt x="2324989" y="1778"/>
                  </a:lnTo>
                  <a:close/>
                </a:path>
                <a:path w="4388484" h="137795">
                  <a:moveTo>
                    <a:pt x="2416175" y="57023"/>
                  </a:moveTo>
                  <a:lnTo>
                    <a:pt x="2414409" y="44792"/>
                  </a:lnTo>
                  <a:lnTo>
                    <a:pt x="2411590" y="40132"/>
                  </a:lnTo>
                  <a:lnTo>
                    <a:pt x="2409126" y="36055"/>
                  </a:lnTo>
                  <a:lnTo>
                    <a:pt x="2400312" y="30835"/>
                  </a:lnTo>
                  <a:lnTo>
                    <a:pt x="2387981" y="29083"/>
                  </a:lnTo>
                  <a:lnTo>
                    <a:pt x="2381212" y="29781"/>
                  </a:lnTo>
                  <a:lnTo>
                    <a:pt x="2374811" y="31889"/>
                  </a:lnTo>
                  <a:lnTo>
                    <a:pt x="2368778" y="35407"/>
                  </a:lnTo>
                  <a:lnTo>
                    <a:pt x="2363089" y="40386"/>
                  </a:lnTo>
                  <a:lnTo>
                    <a:pt x="2363089" y="30835"/>
                  </a:lnTo>
                  <a:lnTo>
                    <a:pt x="2348230" y="30835"/>
                  </a:lnTo>
                  <a:lnTo>
                    <a:pt x="2348230" y="106553"/>
                  </a:lnTo>
                  <a:lnTo>
                    <a:pt x="2363089" y="106553"/>
                  </a:lnTo>
                  <a:lnTo>
                    <a:pt x="2363089" y="52197"/>
                  </a:lnTo>
                  <a:lnTo>
                    <a:pt x="2368727" y="46939"/>
                  </a:lnTo>
                  <a:lnTo>
                    <a:pt x="2374392" y="43167"/>
                  </a:lnTo>
                  <a:lnTo>
                    <a:pt x="2380043" y="40894"/>
                  </a:lnTo>
                  <a:lnTo>
                    <a:pt x="2383802" y="40386"/>
                  </a:lnTo>
                  <a:lnTo>
                    <a:pt x="2385695" y="40132"/>
                  </a:lnTo>
                  <a:lnTo>
                    <a:pt x="2391283" y="40132"/>
                  </a:lnTo>
                  <a:lnTo>
                    <a:pt x="2395220" y="41529"/>
                  </a:lnTo>
                  <a:lnTo>
                    <a:pt x="2397760" y="44196"/>
                  </a:lnTo>
                  <a:lnTo>
                    <a:pt x="2400185" y="46939"/>
                  </a:lnTo>
                  <a:lnTo>
                    <a:pt x="2401316" y="51308"/>
                  </a:lnTo>
                  <a:lnTo>
                    <a:pt x="2401316" y="106553"/>
                  </a:lnTo>
                  <a:lnTo>
                    <a:pt x="2416175" y="106553"/>
                  </a:lnTo>
                  <a:lnTo>
                    <a:pt x="2416175" y="57023"/>
                  </a:lnTo>
                  <a:close/>
                </a:path>
                <a:path w="4388484" h="137795">
                  <a:moveTo>
                    <a:pt x="2504186" y="1778"/>
                  </a:moveTo>
                  <a:lnTo>
                    <a:pt x="2489454" y="1778"/>
                  </a:lnTo>
                  <a:lnTo>
                    <a:pt x="2489454" y="36576"/>
                  </a:lnTo>
                  <a:lnTo>
                    <a:pt x="2489454" y="48768"/>
                  </a:lnTo>
                  <a:lnTo>
                    <a:pt x="2489454" y="84709"/>
                  </a:lnTo>
                  <a:lnTo>
                    <a:pt x="2484234" y="90462"/>
                  </a:lnTo>
                  <a:lnTo>
                    <a:pt x="2478722" y="94538"/>
                  </a:lnTo>
                  <a:lnTo>
                    <a:pt x="2472906" y="96989"/>
                  </a:lnTo>
                  <a:lnTo>
                    <a:pt x="2466848" y="97790"/>
                  </a:lnTo>
                  <a:lnTo>
                    <a:pt x="2460498" y="97790"/>
                  </a:lnTo>
                  <a:lnTo>
                    <a:pt x="2455545" y="95377"/>
                  </a:lnTo>
                  <a:lnTo>
                    <a:pt x="2448433" y="85725"/>
                  </a:lnTo>
                  <a:lnTo>
                    <a:pt x="2446655" y="78613"/>
                  </a:lnTo>
                  <a:lnTo>
                    <a:pt x="2446655" y="59436"/>
                  </a:lnTo>
                  <a:lnTo>
                    <a:pt x="2448560" y="51943"/>
                  </a:lnTo>
                  <a:lnTo>
                    <a:pt x="2452243" y="46990"/>
                  </a:lnTo>
                  <a:lnTo>
                    <a:pt x="2456053" y="42037"/>
                  </a:lnTo>
                  <a:lnTo>
                    <a:pt x="2461133" y="39497"/>
                  </a:lnTo>
                  <a:lnTo>
                    <a:pt x="2475738" y="39497"/>
                  </a:lnTo>
                  <a:lnTo>
                    <a:pt x="2482977" y="42672"/>
                  </a:lnTo>
                  <a:lnTo>
                    <a:pt x="2489454" y="48768"/>
                  </a:lnTo>
                  <a:lnTo>
                    <a:pt x="2489454" y="36576"/>
                  </a:lnTo>
                  <a:lnTo>
                    <a:pt x="2483231" y="31623"/>
                  </a:lnTo>
                  <a:lnTo>
                    <a:pt x="2475611" y="29083"/>
                  </a:lnTo>
                  <a:lnTo>
                    <a:pt x="2466594" y="29083"/>
                  </a:lnTo>
                  <a:lnTo>
                    <a:pt x="2433891" y="52641"/>
                  </a:lnTo>
                  <a:lnTo>
                    <a:pt x="2431415" y="69215"/>
                  </a:lnTo>
                  <a:lnTo>
                    <a:pt x="2431961" y="77724"/>
                  </a:lnTo>
                  <a:lnTo>
                    <a:pt x="2457907" y="107670"/>
                  </a:lnTo>
                  <a:lnTo>
                    <a:pt x="2465578" y="108331"/>
                  </a:lnTo>
                  <a:lnTo>
                    <a:pt x="2472245" y="107670"/>
                  </a:lnTo>
                  <a:lnTo>
                    <a:pt x="2478417" y="105689"/>
                  </a:lnTo>
                  <a:lnTo>
                    <a:pt x="2484056" y="102387"/>
                  </a:lnTo>
                  <a:lnTo>
                    <a:pt x="2489174" y="97790"/>
                  </a:lnTo>
                  <a:lnTo>
                    <a:pt x="2489454" y="97536"/>
                  </a:lnTo>
                  <a:lnTo>
                    <a:pt x="2489454" y="106553"/>
                  </a:lnTo>
                  <a:lnTo>
                    <a:pt x="2504186" y="106553"/>
                  </a:lnTo>
                  <a:lnTo>
                    <a:pt x="2504186" y="97536"/>
                  </a:lnTo>
                  <a:lnTo>
                    <a:pt x="2504186" y="39497"/>
                  </a:lnTo>
                  <a:lnTo>
                    <a:pt x="2504186" y="36576"/>
                  </a:lnTo>
                  <a:lnTo>
                    <a:pt x="2504186" y="1778"/>
                  </a:lnTo>
                  <a:close/>
                </a:path>
                <a:path w="4388484" h="137795">
                  <a:moveTo>
                    <a:pt x="2568321" y="29591"/>
                  </a:moveTo>
                  <a:lnTo>
                    <a:pt x="2565908" y="29210"/>
                  </a:lnTo>
                  <a:lnTo>
                    <a:pt x="2563622" y="29083"/>
                  </a:lnTo>
                  <a:lnTo>
                    <a:pt x="2553335" y="29083"/>
                  </a:lnTo>
                  <a:lnTo>
                    <a:pt x="2546096" y="33147"/>
                  </a:lnTo>
                  <a:lnTo>
                    <a:pt x="2539873" y="41275"/>
                  </a:lnTo>
                  <a:lnTo>
                    <a:pt x="2539873" y="30734"/>
                  </a:lnTo>
                  <a:lnTo>
                    <a:pt x="2525014" y="30734"/>
                  </a:lnTo>
                  <a:lnTo>
                    <a:pt x="2525014" y="106553"/>
                  </a:lnTo>
                  <a:lnTo>
                    <a:pt x="2539873" y="106553"/>
                  </a:lnTo>
                  <a:lnTo>
                    <a:pt x="2539873" y="52959"/>
                  </a:lnTo>
                  <a:lnTo>
                    <a:pt x="2545207" y="45720"/>
                  </a:lnTo>
                  <a:lnTo>
                    <a:pt x="2551684" y="42164"/>
                  </a:lnTo>
                  <a:lnTo>
                    <a:pt x="2563241" y="42164"/>
                  </a:lnTo>
                  <a:lnTo>
                    <a:pt x="2566162" y="42418"/>
                  </a:lnTo>
                  <a:lnTo>
                    <a:pt x="2568321" y="43053"/>
                  </a:lnTo>
                  <a:lnTo>
                    <a:pt x="2568321" y="42164"/>
                  </a:lnTo>
                  <a:lnTo>
                    <a:pt x="2568321" y="41275"/>
                  </a:lnTo>
                  <a:lnTo>
                    <a:pt x="2568321" y="29591"/>
                  </a:lnTo>
                  <a:close/>
                </a:path>
                <a:path w="4388484" h="137795">
                  <a:moveTo>
                    <a:pt x="2647442" y="46228"/>
                  </a:moveTo>
                  <a:lnTo>
                    <a:pt x="2644813" y="39497"/>
                  </a:lnTo>
                  <a:lnTo>
                    <a:pt x="2644521" y="38735"/>
                  </a:lnTo>
                  <a:lnTo>
                    <a:pt x="2638717" y="34912"/>
                  </a:lnTo>
                  <a:lnTo>
                    <a:pt x="2633624" y="32308"/>
                  </a:lnTo>
                  <a:lnTo>
                    <a:pt x="2627884" y="30543"/>
                  </a:lnTo>
                  <a:lnTo>
                    <a:pt x="2621102" y="29451"/>
                  </a:lnTo>
                  <a:lnTo>
                    <a:pt x="2613533" y="29083"/>
                  </a:lnTo>
                  <a:lnTo>
                    <a:pt x="2598407" y="30543"/>
                  </a:lnTo>
                  <a:lnTo>
                    <a:pt x="2587345" y="34912"/>
                  </a:lnTo>
                  <a:lnTo>
                    <a:pt x="2580360" y="42214"/>
                  </a:lnTo>
                  <a:lnTo>
                    <a:pt x="2577465" y="52451"/>
                  </a:lnTo>
                  <a:lnTo>
                    <a:pt x="2592324" y="52451"/>
                  </a:lnTo>
                  <a:lnTo>
                    <a:pt x="2592400" y="50546"/>
                  </a:lnTo>
                  <a:lnTo>
                    <a:pt x="2592514" y="48133"/>
                  </a:lnTo>
                  <a:lnTo>
                    <a:pt x="2592616" y="45593"/>
                  </a:lnTo>
                  <a:lnTo>
                    <a:pt x="2592705" y="43815"/>
                  </a:lnTo>
                  <a:lnTo>
                    <a:pt x="2599563" y="39497"/>
                  </a:lnTo>
                  <a:lnTo>
                    <a:pt x="2618994" y="39497"/>
                  </a:lnTo>
                  <a:lnTo>
                    <a:pt x="2631694" y="48133"/>
                  </a:lnTo>
                  <a:lnTo>
                    <a:pt x="2632329" y="50546"/>
                  </a:lnTo>
                  <a:lnTo>
                    <a:pt x="2632710" y="54483"/>
                  </a:lnTo>
                  <a:lnTo>
                    <a:pt x="2632710" y="59944"/>
                  </a:lnTo>
                  <a:lnTo>
                    <a:pt x="2632710" y="69850"/>
                  </a:lnTo>
                  <a:lnTo>
                    <a:pt x="2632710" y="86614"/>
                  </a:lnTo>
                  <a:lnTo>
                    <a:pt x="2630043" y="90043"/>
                  </a:lnTo>
                  <a:lnTo>
                    <a:pt x="2626487" y="92710"/>
                  </a:lnTo>
                  <a:lnTo>
                    <a:pt x="2617343" y="96774"/>
                  </a:lnTo>
                  <a:lnTo>
                    <a:pt x="2612644" y="97790"/>
                  </a:lnTo>
                  <a:lnTo>
                    <a:pt x="2602484" y="97790"/>
                  </a:lnTo>
                  <a:lnTo>
                    <a:pt x="2598166" y="96774"/>
                  </a:lnTo>
                  <a:lnTo>
                    <a:pt x="2594991" y="94615"/>
                  </a:lnTo>
                  <a:lnTo>
                    <a:pt x="2591943" y="92583"/>
                  </a:lnTo>
                  <a:lnTo>
                    <a:pt x="2590292" y="89662"/>
                  </a:lnTo>
                  <a:lnTo>
                    <a:pt x="2590292" y="85725"/>
                  </a:lnTo>
                  <a:lnTo>
                    <a:pt x="2592311" y="78803"/>
                  </a:lnTo>
                  <a:lnTo>
                    <a:pt x="2598369" y="73837"/>
                  </a:lnTo>
                  <a:lnTo>
                    <a:pt x="2608453" y="70853"/>
                  </a:lnTo>
                  <a:lnTo>
                    <a:pt x="2622550" y="69850"/>
                  </a:lnTo>
                  <a:lnTo>
                    <a:pt x="2632710" y="69850"/>
                  </a:lnTo>
                  <a:lnTo>
                    <a:pt x="2632710" y="59944"/>
                  </a:lnTo>
                  <a:lnTo>
                    <a:pt x="2625471" y="59944"/>
                  </a:lnTo>
                  <a:lnTo>
                    <a:pt x="2603385" y="61595"/>
                  </a:lnTo>
                  <a:lnTo>
                    <a:pt x="2587637" y="66560"/>
                  </a:lnTo>
                  <a:lnTo>
                    <a:pt x="2578189" y="74841"/>
                  </a:lnTo>
                  <a:lnTo>
                    <a:pt x="2575255" y="85725"/>
                  </a:lnTo>
                  <a:lnTo>
                    <a:pt x="2575052" y="86614"/>
                  </a:lnTo>
                  <a:lnTo>
                    <a:pt x="2575052" y="92964"/>
                  </a:lnTo>
                  <a:lnTo>
                    <a:pt x="2577719" y="98171"/>
                  </a:lnTo>
                  <a:lnTo>
                    <a:pt x="2588387" y="106299"/>
                  </a:lnTo>
                  <a:lnTo>
                    <a:pt x="2595245" y="108331"/>
                  </a:lnTo>
                  <a:lnTo>
                    <a:pt x="2603500" y="108331"/>
                  </a:lnTo>
                  <a:lnTo>
                    <a:pt x="2612021" y="107746"/>
                  </a:lnTo>
                  <a:lnTo>
                    <a:pt x="2619718" y="105956"/>
                  </a:lnTo>
                  <a:lnTo>
                    <a:pt x="2626601" y="102984"/>
                  </a:lnTo>
                  <a:lnTo>
                    <a:pt x="2632710" y="98806"/>
                  </a:lnTo>
                  <a:lnTo>
                    <a:pt x="2632710" y="106553"/>
                  </a:lnTo>
                  <a:lnTo>
                    <a:pt x="2647442" y="106553"/>
                  </a:lnTo>
                  <a:lnTo>
                    <a:pt x="2647442" y="98806"/>
                  </a:lnTo>
                  <a:lnTo>
                    <a:pt x="2647442" y="97790"/>
                  </a:lnTo>
                  <a:lnTo>
                    <a:pt x="2647442" y="69850"/>
                  </a:lnTo>
                  <a:lnTo>
                    <a:pt x="2647442" y="46228"/>
                  </a:lnTo>
                  <a:close/>
                </a:path>
                <a:path w="4388484" h="137795">
                  <a:moveTo>
                    <a:pt x="2687701" y="91948"/>
                  </a:moveTo>
                  <a:lnTo>
                    <a:pt x="2671699" y="91948"/>
                  </a:lnTo>
                  <a:lnTo>
                    <a:pt x="2671699" y="106553"/>
                  </a:lnTo>
                  <a:lnTo>
                    <a:pt x="2679573" y="106553"/>
                  </a:lnTo>
                  <a:lnTo>
                    <a:pt x="2679573" y="115697"/>
                  </a:lnTo>
                  <a:lnTo>
                    <a:pt x="2676906" y="120396"/>
                  </a:lnTo>
                  <a:lnTo>
                    <a:pt x="2671699" y="120396"/>
                  </a:lnTo>
                  <a:lnTo>
                    <a:pt x="2671699" y="127254"/>
                  </a:lnTo>
                  <a:lnTo>
                    <a:pt x="2676906" y="127254"/>
                  </a:lnTo>
                  <a:lnTo>
                    <a:pt x="2680970" y="125349"/>
                  </a:lnTo>
                  <a:lnTo>
                    <a:pt x="2683637" y="121539"/>
                  </a:lnTo>
                  <a:lnTo>
                    <a:pt x="2686431" y="117729"/>
                  </a:lnTo>
                  <a:lnTo>
                    <a:pt x="2687701" y="112776"/>
                  </a:lnTo>
                  <a:lnTo>
                    <a:pt x="2687701" y="91948"/>
                  </a:lnTo>
                  <a:close/>
                </a:path>
                <a:path w="4388484" h="137795">
                  <a:moveTo>
                    <a:pt x="2837434" y="1778"/>
                  </a:moveTo>
                  <a:lnTo>
                    <a:pt x="2746248" y="1778"/>
                  </a:lnTo>
                  <a:lnTo>
                    <a:pt x="2746248" y="14224"/>
                  </a:lnTo>
                  <a:lnTo>
                    <a:pt x="2783967" y="14224"/>
                  </a:lnTo>
                  <a:lnTo>
                    <a:pt x="2783967" y="106553"/>
                  </a:lnTo>
                  <a:lnTo>
                    <a:pt x="2799334" y="106553"/>
                  </a:lnTo>
                  <a:lnTo>
                    <a:pt x="2799334" y="14224"/>
                  </a:lnTo>
                  <a:lnTo>
                    <a:pt x="2837434" y="14224"/>
                  </a:lnTo>
                  <a:lnTo>
                    <a:pt x="2837434" y="1778"/>
                  </a:lnTo>
                  <a:close/>
                </a:path>
                <a:path w="4388484" h="137795">
                  <a:moveTo>
                    <a:pt x="2925572" y="68707"/>
                  </a:moveTo>
                  <a:lnTo>
                    <a:pt x="2924899" y="59753"/>
                  </a:lnTo>
                  <a:lnTo>
                    <a:pt x="2922905" y="51904"/>
                  </a:lnTo>
                  <a:lnTo>
                    <a:pt x="2919565" y="45123"/>
                  </a:lnTo>
                  <a:lnTo>
                    <a:pt x="2915005" y="39497"/>
                  </a:lnTo>
                  <a:lnTo>
                    <a:pt x="2914904" y="39370"/>
                  </a:lnTo>
                  <a:lnTo>
                    <a:pt x="2910332" y="35814"/>
                  </a:lnTo>
                  <a:lnTo>
                    <a:pt x="2910332" y="59055"/>
                  </a:lnTo>
                  <a:lnTo>
                    <a:pt x="2910332" y="78359"/>
                  </a:lnTo>
                  <a:lnTo>
                    <a:pt x="2908084" y="85458"/>
                  </a:lnTo>
                  <a:lnTo>
                    <a:pt x="2908046" y="85598"/>
                  </a:lnTo>
                  <a:lnTo>
                    <a:pt x="2899283" y="95377"/>
                  </a:lnTo>
                  <a:lnTo>
                    <a:pt x="2893263" y="97917"/>
                  </a:lnTo>
                  <a:lnTo>
                    <a:pt x="2879636" y="97917"/>
                  </a:lnTo>
                  <a:lnTo>
                    <a:pt x="2873629" y="95377"/>
                  </a:lnTo>
                  <a:lnTo>
                    <a:pt x="2869311" y="90424"/>
                  </a:lnTo>
                  <a:lnTo>
                    <a:pt x="2864866" y="85598"/>
                  </a:lnTo>
                  <a:lnTo>
                    <a:pt x="2862707" y="78359"/>
                  </a:lnTo>
                  <a:lnTo>
                    <a:pt x="2862707" y="59055"/>
                  </a:lnTo>
                  <a:lnTo>
                    <a:pt x="2864802" y="51904"/>
                  </a:lnTo>
                  <a:lnTo>
                    <a:pt x="2864866" y="51689"/>
                  </a:lnTo>
                  <a:lnTo>
                    <a:pt x="2869311" y="46863"/>
                  </a:lnTo>
                  <a:lnTo>
                    <a:pt x="2873629" y="42037"/>
                  </a:lnTo>
                  <a:lnTo>
                    <a:pt x="2879344" y="39497"/>
                  </a:lnTo>
                  <a:lnTo>
                    <a:pt x="2893568" y="39497"/>
                  </a:lnTo>
                  <a:lnTo>
                    <a:pt x="2899283" y="42037"/>
                  </a:lnTo>
                  <a:lnTo>
                    <a:pt x="2903728" y="46863"/>
                  </a:lnTo>
                  <a:lnTo>
                    <a:pt x="2908046" y="51689"/>
                  </a:lnTo>
                  <a:lnTo>
                    <a:pt x="2910332" y="59055"/>
                  </a:lnTo>
                  <a:lnTo>
                    <a:pt x="2910332" y="35814"/>
                  </a:lnTo>
                  <a:lnTo>
                    <a:pt x="2909125" y="34874"/>
                  </a:lnTo>
                  <a:lnTo>
                    <a:pt x="2902483" y="31661"/>
                  </a:lnTo>
                  <a:lnTo>
                    <a:pt x="2894927" y="29730"/>
                  </a:lnTo>
                  <a:lnTo>
                    <a:pt x="2886456" y="29083"/>
                  </a:lnTo>
                  <a:lnTo>
                    <a:pt x="2878023" y="29730"/>
                  </a:lnTo>
                  <a:lnTo>
                    <a:pt x="2848102" y="59753"/>
                  </a:lnTo>
                  <a:lnTo>
                    <a:pt x="2847467" y="68707"/>
                  </a:lnTo>
                  <a:lnTo>
                    <a:pt x="2848102" y="77622"/>
                  </a:lnTo>
                  <a:lnTo>
                    <a:pt x="2878023" y="107696"/>
                  </a:lnTo>
                  <a:lnTo>
                    <a:pt x="2886456" y="108331"/>
                  </a:lnTo>
                  <a:lnTo>
                    <a:pt x="2894927" y="107696"/>
                  </a:lnTo>
                  <a:lnTo>
                    <a:pt x="2922828" y="85598"/>
                  </a:lnTo>
                  <a:lnTo>
                    <a:pt x="2922905" y="85458"/>
                  </a:lnTo>
                  <a:lnTo>
                    <a:pt x="2924899" y="77622"/>
                  </a:lnTo>
                  <a:lnTo>
                    <a:pt x="2925572" y="68707"/>
                  </a:lnTo>
                  <a:close/>
                </a:path>
                <a:path w="4388484" h="137795">
                  <a:moveTo>
                    <a:pt x="3008503" y="30734"/>
                  </a:moveTo>
                  <a:lnTo>
                    <a:pt x="2992501" y="30734"/>
                  </a:lnTo>
                  <a:lnTo>
                    <a:pt x="2970403" y="90043"/>
                  </a:lnTo>
                  <a:lnTo>
                    <a:pt x="2948305" y="30734"/>
                  </a:lnTo>
                  <a:lnTo>
                    <a:pt x="2932303" y="30734"/>
                  </a:lnTo>
                  <a:lnTo>
                    <a:pt x="2963799" y="106553"/>
                  </a:lnTo>
                  <a:lnTo>
                    <a:pt x="2960027" y="114554"/>
                  </a:lnTo>
                  <a:lnTo>
                    <a:pt x="2955772" y="120269"/>
                  </a:lnTo>
                  <a:lnTo>
                    <a:pt x="2951022" y="123698"/>
                  </a:lnTo>
                  <a:lnTo>
                    <a:pt x="2945765" y="124841"/>
                  </a:lnTo>
                  <a:lnTo>
                    <a:pt x="2943352" y="124841"/>
                  </a:lnTo>
                  <a:lnTo>
                    <a:pt x="2941066" y="124460"/>
                  </a:lnTo>
                  <a:lnTo>
                    <a:pt x="2938653" y="123825"/>
                  </a:lnTo>
                  <a:lnTo>
                    <a:pt x="2938653" y="136271"/>
                  </a:lnTo>
                  <a:lnTo>
                    <a:pt x="2941320" y="136906"/>
                  </a:lnTo>
                  <a:lnTo>
                    <a:pt x="2944622" y="137287"/>
                  </a:lnTo>
                  <a:lnTo>
                    <a:pt x="2953258" y="137287"/>
                  </a:lnTo>
                  <a:lnTo>
                    <a:pt x="2957449" y="135890"/>
                  </a:lnTo>
                  <a:lnTo>
                    <a:pt x="2964307" y="130556"/>
                  </a:lnTo>
                  <a:lnTo>
                    <a:pt x="2967101" y="127254"/>
                  </a:lnTo>
                  <a:lnTo>
                    <a:pt x="2968421" y="124841"/>
                  </a:lnTo>
                  <a:lnTo>
                    <a:pt x="2971419" y="119380"/>
                  </a:lnTo>
                  <a:lnTo>
                    <a:pt x="2973959" y="113792"/>
                  </a:lnTo>
                  <a:lnTo>
                    <a:pt x="2977007" y="106553"/>
                  </a:lnTo>
                  <a:lnTo>
                    <a:pt x="2983865" y="90043"/>
                  </a:lnTo>
                  <a:lnTo>
                    <a:pt x="3008503" y="30734"/>
                  </a:lnTo>
                  <a:close/>
                </a:path>
                <a:path w="4388484" h="137795">
                  <a:moveTo>
                    <a:pt x="3094736" y="68707"/>
                  </a:moveTo>
                  <a:lnTo>
                    <a:pt x="3094063" y="59753"/>
                  </a:lnTo>
                  <a:lnTo>
                    <a:pt x="3092056" y="51904"/>
                  </a:lnTo>
                  <a:lnTo>
                    <a:pt x="3088729" y="45123"/>
                  </a:lnTo>
                  <a:lnTo>
                    <a:pt x="3084169" y="39497"/>
                  </a:lnTo>
                  <a:lnTo>
                    <a:pt x="3084068" y="39370"/>
                  </a:lnTo>
                  <a:lnTo>
                    <a:pt x="3079496" y="35814"/>
                  </a:lnTo>
                  <a:lnTo>
                    <a:pt x="3079496" y="59055"/>
                  </a:lnTo>
                  <a:lnTo>
                    <a:pt x="3079496" y="78359"/>
                  </a:lnTo>
                  <a:lnTo>
                    <a:pt x="3077248" y="85458"/>
                  </a:lnTo>
                  <a:lnTo>
                    <a:pt x="3077210" y="85598"/>
                  </a:lnTo>
                  <a:lnTo>
                    <a:pt x="3068447" y="95377"/>
                  </a:lnTo>
                  <a:lnTo>
                    <a:pt x="3062427" y="97917"/>
                  </a:lnTo>
                  <a:lnTo>
                    <a:pt x="3048800" y="97917"/>
                  </a:lnTo>
                  <a:lnTo>
                    <a:pt x="3042793" y="95377"/>
                  </a:lnTo>
                  <a:lnTo>
                    <a:pt x="3038475" y="90424"/>
                  </a:lnTo>
                  <a:lnTo>
                    <a:pt x="3034030" y="85598"/>
                  </a:lnTo>
                  <a:lnTo>
                    <a:pt x="3031871" y="78359"/>
                  </a:lnTo>
                  <a:lnTo>
                    <a:pt x="3031871" y="59055"/>
                  </a:lnTo>
                  <a:lnTo>
                    <a:pt x="3033966" y="51904"/>
                  </a:lnTo>
                  <a:lnTo>
                    <a:pt x="3034030" y="51689"/>
                  </a:lnTo>
                  <a:lnTo>
                    <a:pt x="3038475" y="46863"/>
                  </a:lnTo>
                  <a:lnTo>
                    <a:pt x="3042793" y="42037"/>
                  </a:lnTo>
                  <a:lnTo>
                    <a:pt x="3048508" y="39497"/>
                  </a:lnTo>
                  <a:lnTo>
                    <a:pt x="3062732" y="39497"/>
                  </a:lnTo>
                  <a:lnTo>
                    <a:pt x="3068447" y="42037"/>
                  </a:lnTo>
                  <a:lnTo>
                    <a:pt x="3072892" y="46863"/>
                  </a:lnTo>
                  <a:lnTo>
                    <a:pt x="3077210" y="51689"/>
                  </a:lnTo>
                  <a:lnTo>
                    <a:pt x="3079496" y="59055"/>
                  </a:lnTo>
                  <a:lnTo>
                    <a:pt x="3079496" y="35814"/>
                  </a:lnTo>
                  <a:lnTo>
                    <a:pt x="3078289" y="34874"/>
                  </a:lnTo>
                  <a:lnTo>
                    <a:pt x="3071647" y="31661"/>
                  </a:lnTo>
                  <a:lnTo>
                    <a:pt x="3064091" y="29730"/>
                  </a:lnTo>
                  <a:lnTo>
                    <a:pt x="3055620" y="29083"/>
                  </a:lnTo>
                  <a:lnTo>
                    <a:pt x="3047187" y="29730"/>
                  </a:lnTo>
                  <a:lnTo>
                    <a:pt x="3017266" y="59753"/>
                  </a:lnTo>
                  <a:lnTo>
                    <a:pt x="3016631" y="68707"/>
                  </a:lnTo>
                  <a:lnTo>
                    <a:pt x="3017266" y="77622"/>
                  </a:lnTo>
                  <a:lnTo>
                    <a:pt x="3047187" y="107696"/>
                  </a:lnTo>
                  <a:lnTo>
                    <a:pt x="3055620" y="108331"/>
                  </a:lnTo>
                  <a:lnTo>
                    <a:pt x="3064091" y="107696"/>
                  </a:lnTo>
                  <a:lnTo>
                    <a:pt x="3094063" y="77622"/>
                  </a:lnTo>
                  <a:lnTo>
                    <a:pt x="3094736" y="68707"/>
                  </a:lnTo>
                  <a:close/>
                </a:path>
                <a:path w="4388484" h="137795">
                  <a:moveTo>
                    <a:pt x="3142615" y="96520"/>
                  </a:moveTo>
                  <a:lnTo>
                    <a:pt x="3140202" y="96901"/>
                  </a:lnTo>
                  <a:lnTo>
                    <a:pt x="3137789" y="97028"/>
                  </a:lnTo>
                  <a:lnTo>
                    <a:pt x="3132709" y="97028"/>
                  </a:lnTo>
                  <a:lnTo>
                    <a:pt x="3131070" y="96520"/>
                  </a:lnTo>
                  <a:lnTo>
                    <a:pt x="3130804" y="96520"/>
                  </a:lnTo>
                  <a:lnTo>
                    <a:pt x="3127883" y="93599"/>
                  </a:lnTo>
                  <a:lnTo>
                    <a:pt x="3127121" y="90297"/>
                  </a:lnTo>
                  <a:lnTo>
                    <a:pt x="3127121" y="41275"/>
                  </a:lnTo>
                  <a:lnTo>
                    <a:pt x="3140583" y="41275"/>
                  </a:lnTo>
                  <a:lnTo>
                    <a:pt x="3140583" y="30734"/>
                  </a:lnTo>
                  <a:lnTo>
                    <a:pt x="3127121" y="30734"/>
                  </a:lnTo>
                  <a:lnTo>
                    <a:pt x="3127121" y="11938"/>
                  </a:lnTo>
                  <a:lnTo>
                    <a:pt x="3112389" y="11938"/>
                  </a:lnTo>
                  <a:lnTo>
                    <a:pt x="3112389" y="30734"/>
                  </a:lnTo>
                  <a:lnTo>
                    <a:pt x="3102102" y="30734"/>
                  </a:lnTo>
                  <a:lnTo>
                    <a:pt x="3102102" y="41275"/>
                  </a:lnTo>
                  <a:lnTo>
                    <a:pt x="3112389" y="41275"/>
                  </a:lnTo>
                  <a:lnTo>
                    <a:pt x="3112427" y="90297"/>
                  </a:lnTo>
                  <a:lnTo>
                    <a:pt x="3112617" y="93599"/>
                  </a:lnTo>
                  <a:lnTo>
                    <a:pt x="3112643" y="93853"/>
                  </a:lnTo>
                  <a:lnTo>
                    <a:pt x="3113278" y="96520"/>
                  </a:lnTo>
                  <a:lnTo>
                    <a:pt x="3113405" y="97028"/>
                  </a:lnTo>
                  <a:lnTo>
                    <a:pt x="3114040" y="100076"/>
                  </a:lnTo>
                  <a:lnTo>
                    <a:pt x="3115818" y="102616"/>
                  </a:lnTo>
                  <a:lnTo>
                    <a:pt x="3118612" y="104648"/>
                  </a:lnTo>
                  <a:lnTo>
                    <a:pt x="3121583" y="106680"/>
                  </a:lnTo>
                  <a:lnTo>
                    <a:pt x="3121977" y="106680"/>
                  </a:lnTo>
                  <a:lnTo>
                    <a:pt x="3125978" y="107569"/>
                  </a:lnTo>
                  <a:lnTo>
                    <a:pt x="3135884" y="107569"/>
                  </a:lnTo>
                  <a:lnTo>
                    <a:pt x="3139313" y="107315"/>
                  </a:lnTo>
                  <a:lnTo>
                    <a:pt x="3142615" y="106680"/>
                  </a:lnTo>
                  <a:lnTo>
                    <a:pt x="3142615" y="97028"/>
                  </a:lnTo>
                  <a:lnTo>
                    <a:pt x="3142615" y="96520"/>
                  </a:lnTo>
                  <a:close/>
                </a:path>
                <a:path w="4388484" h="137795">
                  <a:moveTo>
                    <a:pt x="3223514" y="46228"/>
                  </a:moveTo>
                  <a:lnTo>
                    <a:pt x="3220885" y="39497"/>
                  </a:lnTo>
                  <a:lnTo>
                    <a:pt x="3220593" y="38735"/>
                  </a:lnTo>
                  <a:lnTo>
                    <a:pt x="3214789" y="34912"/>
                  </a:lnTo>
                  <a:lnTo>
                    <a:pt x="3209696" y="32308"/>
                  </a:lnTo>
                  <a:lnTo>
                    <a:pt x="3203956" y="30543"/>
                  </a:lnTo>
                  <a:lnTo>
                    <a:pt x="3197174" y="29451"/>
                  </a:lnTo>
                  <a:lnTo>
                    <a:pt x="3189605" y="29083"/>
                  </a:lnTo>
                  <a:lnTo>
                    <a:pt x="3174479" y="30543"/>
                  </a:lnTo>
                  <a:lnTo>
                    <a:pt x="3163417" y="34912"/>
                  </a:lnTo>
                  <a:lnTo>
                    <a:pt x="3156432" y="42214"/>
                  </a:lnTo>
                  <a:lnTo>
                    <a:pt x="3153537" y="52451"/>
                  </a:lnTo>
                  <a:lnTo>
                    <a:pt x="3168396" y="52451"/>
                  </a:lnTo>
                  <a:lnTo>
                    <a:pt x="3168472" y="50546"/>
                  </a:lnTo>
                  <a:lnTo>
                    <a:pt x="3168586" y="48133"/>
                  </a:lnTo>
                  <a:lnTo>
                    <a:pt x="3168688" y="45593"/>
                  </a:lnTo>
                  <a:lnTo>
                    <a:pt x="3168777" y="43815"/>
                  </a:lnTo>
                  <a:lnTo>
                    <a:pt x="3175635" y="39497"/>
                  </a:lnTo>
                  <a:lnTo>
                    <a:pt x="3195066" y="39497"/>
                  </a:lnTo>
                  <a:lnTo>
                    <a:pt x="3207766" y="48133"/>
                  </a:lnTo>
                  <a:lnTo>
                    <a:pt x="3208401" y="50546"/>
                  </a:lnTo>
                  <a:lnTo>
                    <a:pt x="3208782" y="54483"/>
                  </a:lnTo>
                  <a:lnTo>
                    <a:pt x="3208782" y="59944"/>
                  </a:lnTo>
                  <a:lnTo>
                    <a:pt x="3208782" y="69850"/>
                  </a:lnTo>
                  <a:lnTo>
                    <a:pt x="3208782" y="86614"/>
                  </a:lnTo>
                  <a:lnTo>
                    <a:pt x="3206115" y="90043"/>
                  </a:lnTo>
                  <a:lnTo>
                    <a:pt x="3202559" y="92710"/>
                  </a:lnTo>
                  <a:lnTo>
                    <a:pt x="3193415" y="96774"/>
                  </a:lnTo>
                  <a:lnTo>
                    <a:pt x="3188716" y="97790"/>
                  </a:lnTo>
                  <a:lnTo>
                    <a:pt x="3178556" y="97790"/>
                  </a:lnTo>
                  <a:lnTo>
                    <a:pt x="3174238" y="96774"/>
                  </a:lnTo>
                  <a:lnTo>
                    <a:pt x="3171063" y="94615"/>
                  </a:lnTo>
                  <a:lnTo>
                    <a:pt x="3168015" y="92583"/>
                  </a:lnTo>
                  <a:lnTo>
                    <a:pt x="3166364" y="89662"/>
                  </a:lnTo>
                  <a:lnTo>
                    <a:pt x="3166364" y="85725"/>
                  </a:lnTo>
                  <a:lnTo>
                    <a:pt x="3168383" y="78803"/>
                  </a:lnTo>
                  <a:lnTo>
                    <a:pt x="3174441" y="73837"/>
                  </a:lnTo>
                  <a:lnTo>
                    <a:pt x="3184525" y="70853"/>
                  </a:lnTo>
                  <a:lnTo>
                    <a:pt x="3198622" y="69850"/>
                  </a:lnTo>
                  <a:lnTo>
                    <a:pt x="3208782" y="69850"/>
                  </a:lnTo>
                  <a:lnTo>
                    <a:pt x="3208782" y="59944"/>
                  </a:lnTo>
                  <a:lnTo>
                    <a:pt x="3201543" y="59944"/>
                  </a:lnTo>
                  <a:lnTo>
                    <a:pt x="3179457" y="61595"/>
                  </a:lnTo>
                  <a:lnTo>
                    <a:pt x="3163709" y="66560"/>
                  </a:lnTo>
                  <a:lnTo>
                    <a:pt x="3154261" y="74841"/>
                  </a:lnTo>
                  <a:lnTo>
                    <a:pt x="3151327" y="85725"/>
                  </a:lnTo>
                  <a:lnTo>
                    <a:pt x="3151124" y="86614"/>
                  </a:lnTo>
                  <a:lnTo>
                    <a:pt x="3151124" y="92964"/>
                  </a:lnTo>
                  <a:lnTo>
                    <a:pt x="3153791" y="98171"/>
                  </a:lnTo>
                  <a:lnTo>
                    <a:pt x="3164459" y="106299"/>
                  </a:lnTo>
                  <a:lnTo>
                    <a:pt x="3171317" y="108331"/>
                  </a:lnTo>
                  <a:lnTo>
                    <a:pt x="3179572" y="108331"/>
                  </a:lnTo>
                  <a:lnTo>
                    <a:pt x="3188093" y="107746"/>
                  </a:lnTo>
                  <a:lnTo>
                    <a:pt x="3195790" y="105956"/>
                  </a:lnTo>
                  <a:lnTo>
                    <a:pt x="3202673" y="102984"/>
                  </a:lnTo>
                  <a:lnTo>
                    <a:pt x="3208782" y="98806"/>
                  </a:lnTo>
                  <a:lnTo>
                    <a:pt x="3208782" y="106553"/>
                  </a:lnTo>
                  <a:lnTo>
                    <a:pt x="3223514" y="106553"/>
                  </a:lnTo>
                  <a:lnTo>
                    <a:pt x="3223514" y="98806"/>
                  </a:lnTo>
                  <a:lnTo>
                    <a:pt x="3223514" y="97790"/>
                  </a:lnTo>
                  <a:lnTo>
                    <a:pt x="3223514" y="69850"/>
                  </a:lnTo>
                  <a:lnTo>
                    <a:pt x="3223514" y="46228"/>
                  </a:lnTo>
                  <a:close/>
                </a:path>
                <a:path w="4388484" h="137795">
                  <a:moveTo>
                    <a:pt x="3263773" y="91948"/>
                  </a:moveTo>
                  <a:lnTo>
                    <a:pt x="3247771" y="91948"/>
                  </a:lnTo>
                  <a:lnTo>
                    <a:pt x="3247771" y="106553"/>
                  </a:lnTo>
                  <a:lnTo>
                    <a:pt x="3255645" y="106553"/>
                  </a:lnTo>
                  <a:lnTo>
                    <a:pt x="3255645" y="115697"/>
                  </a:lnTo>
                  <a:lnTo>
                    <a:pt x="3252978" y="120396"/>
                  </a:lnTo>
                  <a:lnTo>
                    <a:pt x="3247771" y="120396"/>
                  </a:lnTo>
                  <a:lnTo>
                    <a:pt x="3247771" y="127254"/>
                  </a:lnTo>
                  <a:lnTo>
                    <a:pt x="3252978" y="127254"/>
                  </a:lnTo>
                  <a:lnTo>
                    <a:pt x="3257042" y="125349"/>
                  </a:lnTo>
                  <a:lnTo>
                    <a:pt x="3259709" y="121539"/>
                  </a:lnTo>
                  <a:lnTo>
                    <a:pt x="3262503" y="117729"/>
                  </a:lnTo>
                  <a:lnTo>
                    <a:pt x="3263773" y="112776"/>
                  </a:lnTo>
                  <a:lnTo>
                    <a:pt x="3263773" y="91948"/>
                  </a:lnTo>
                  <a:close/>
                </a:path>
                <a:path w="4388484" h="137795">
                  <a:moveTo>
                    <a:pt x="3426206" y="106553"/>
                  </a:moveTo>
                  <a:lnTo>
                    <a:pt x="3411905" y="74676"/>
                  </a:lnTo>
                  <a:lnTo>
                    <a:pt x="3406952" y="63627"/>
                  </a:lnTo>
                  <a:lnTo>
                    <a:pt x="3391154" y="28422"/>
                  </a:lnTo>
                  <a:lnTo>
                    <a:pt x="3391154" y="63627"/>
                  </a:lnTo>
                  <a:lnTo>
                    <a:pt x="3351657" y="63627"/>
                  </a:lnTo>
                  <a:lnTo>
                    <a:pt x="3370961" y="15113"/>
                  </a:lnTo>
                  <a:lnTo>
                    <a:pt x="3391154" y="63627"/>
                  </a:lnTo>
                  <a:lnTo>
                    <a:pt x="3391154" y="28422"/>
                  </a:lnTo>
                  <a:lnTo>
                    <a:pt x="3385185" y="15113"/>
                  </a:lnTo>
                  <a:lnTo>
                    <a:pt x="3379216" y="1778"/>
                  </a:lnTo>
                  <a:lnTo>
                    <a:pt x="3362833" y="1778"/>
                  </a:lnTo>
                  <a:lnTo>
                    <a:pt x="3318637" y="106553"/>
                  </a:lnTo>
                  <a:lnTo>
                    <a:pt x="3334766" y="106553"/>
                  </a:lnTo>
                  <a:lnTo>
                    <a:pt x="3347466" y="74676"/>
                  </a:lnTo>
                  <a:lnTo>
                    <a:pt x="3395726" y="74676"/>
                  </a:lnTo>
                  <a:lnTo>
                    <a:pt x="3409061" y="106553"/>
                  </a:lnTo>
                  <a:lnTo>
                    <a:pt x="3426206" y="106553"/>
                  </a:lnTo>
                  <a:close/>
                </a:path>
                <a:path w="4388484" h="137795">
                  <a:moveTo>
                    <a:pt x="3499612" y="77089"/>
                  </a:moveTo>
                  <a:lnTo>
                    <a:pt x="3497199" y="72009"/>
                  </a:lnTo>
                  <a:lnTo>
                    <a:pt x="3492246" y="69088"/>
                  </a:lnTo>
                  <a:lnTo>
                    <a:pt x="3487420" y="66040"/>
                  </a:lnTo>
                  <a:lnTo>
                    <a:pt x="3479927" y="63500"/>
                  </a:lnTo>
                  <a:lnTo>
                    <a:pt x="3469767" y="61341"/>
                  </a:lnTo>
                  <a:lnTo>
                    <a:pt x="3459734" y="59055"/>
                  </a:lnTo>
                  <a:lnTo>
                    <a:pt x="3453384" y="57277"/>
                  </a:lnTo>
                  <a:lnTo>
                    <a:pt x="3450844" y="56007"/>
                  </a:lnTo>
                  <a:lnTo>
                    <a:pt x="3448431" y="54737"/>
                  </a:lnTo>
                  <a:lnTo>
                    <a:pt x="3447161" y="52578"/>
                  </a:lnTo>
                  <a:lnTo>
                    <a:pt x="3447161" y="46355"/>
                  </a:lnTo>
                  <a:lnTo>
                    <a:pt x="3448812" y="43815"/>
                  </a:lnTo>
                  <a:lnTo>
                    <a:pt x="3451987" y="42164"/>
                  </a:lnTo>
                  <a:lnTo>
                    <a:pt x="3455289" y="40386"/>
                  </a:lnTo>
                  <a:lnTo>
                    <a:pt x="3459480" y="39497"/>
                  </a:lnTo>
                  <a:lnTo>
                    <a:pt x="3475736" y="39497"/>
                  </a:lnTo>
                  <a:lnTo>
                    <a:pt x="3481578" y="43053"/>
                  </a:lnTo>
                  <a:lnTo>
                    <a:pt x="3482086" y="50292"/>
                  </a:lnTo>
                  <a:lnTo>
                    <a:pt x="3496818" y="50292"/>
                  </a:lnTo>
                  <a:lnTo>
                    <a:pt x="3463417" y="29083"/>
                  </a:lnTo>
                  <a:lnTo>
                    <a:pt x="3454019" y="29083"/>
                  </a:lnTo>
                  <a:lnTo>
                    <a:pt x="3446399" y="31115"/>
                  </a:lnTo>
                  <a:lnTo>
                    <a:pt x="3440811" y="35179"/>
                  </a:lnTo>
                  <a:lnTo>
                    <a:pt x="3435223" y="39370"/>
                  </a:lnTo>
                  <a:lnTo>
                    <a:pt x="3432302" y="44577"/>
                  </a:lnTo>
                  <a:lnTo>
                    <a:pt x="3432302" y="57785"/>
                  </a:lnTo>
                  <a:lnTo>
                    <a:pt x="3434588" y="62611"/>
                  </a:lnTo>
                  <a:lnTo>
                    <a:pt x="3443732" y="68199"/>
                  </a:lnTo>
                  <a:lnTo>
                    <a:pt x="3450844" y="70612"/>
                  </a:lnTo>
                  <a:lnTo>
                    <a:pt x="3470529" y="75184"/>
                  </a:lnTo>
                  <a:lnTo>
                    <a:pt x="3477463" y="77089"/>
                  </a:lnTo>
                  <a:lnTo>
                    <a:pt x="3477285" y="77089"/>
                  </a:lnTo>
                  <a:lnTo>
                    <a:pt x="3480181" y="78359"/>
                  </a:lnTo>
                  <a:lnTo>
                    <a:pt x="3483229" y="79756"/>
                  </a:lnTo>
                  <a:lnTo>
                    <a:pt x="3484880" y="82169"/>
                  </a:lnTo>
                  <a:lnTo>
                    <a:pt x="3484880" y="89154"/>
                  </a:lnTo>
                  <a:lnTo>
                    <a:pt x="3483229" y="91948"/>
                  </a:lnTo>
                  <a:lnTo>
                    <a:pt x="3480054" y="94361"/>
                  </a:lnTo>
                  <a:lnTo>
                    <a:pt x="3476752" y="96647"/>
                  </a:lnTo>
                  <a:lnTo>
                    <a:pt x="3472180" y="97790"/>
                  </a:lnTo>
                  <a:lnTo>
                    <a:pt x="3452241" y="97790"/>
                  </a:lnTo>
                  <a:lnTo>
                    <a:pt x="3445383" y="93091"/>
                  </a:lnTo>
                  <a:lnTo>
                    <a:pt x="3445256" y="83947"/>
                  </a:lnTo>
                  <a:lnTo>
                    <a:pt x="3430397" y="83947"/>
                  </a:lnTo>
                  <a:lnTo>
                    <a:pt x="3466211" y="108331"/>
                  </a:lnTo>
                  <a:lnTo>
                    <a:pt x="3476371" y="108331"/>
                  </a:lnTo>
                  <a:lnTo>
                    <a:pt x="3484499" y="106045"/>
                  </a:lnTo>
                  <a:lnTo>
                    <a:pt x="3495535" y="97790"/>
                  </a:lnTo>
                  <a:lnTo>
                    <a:pt x="3496564" y="97028"/>
                  </a:lnTo>
                  <a:lnTo>
                    <a:pt x="3499612" y="91186"/>
                  </a:lnTo>
                  <a:lnTo>
                    <a:pt x="3499612" y="77089"/>
                  </a:lnTo>
                  <a:close/>
                </a:path>
                <a:path w="4388484" h="137795">
                  <a:moveTo>
                    <a:pt x="3585083" y="57023"/>
                  </a:moveTo>
                  <a:lnTo>
                    <a:pt x="3583317" y="44792"/>
                  </a:lnTo>
                  <a:lnTo>
                    <a:pt x="3580498" y="40132"/>
                  </a:lnTo>
                  <a:lnTo>
                    <a:pt x="3578034" y="36055"/>
                  </a:lnTo>
                  <a:lnTo>
                    <a:pt x="3569220" y="30835"/>
                  </a:lnTo>
                  <a:lnTo>
                    <a:pt x="3556889" y="29083"/>
                  </a:lnTo>
                  <a:lnTo>
                    <a:pt x="3550120" y="29781"/>
                  </a:lnTo>
                  <a:lnTo>
                    <a:pt x="3543719" y="31889"/>
                  </a:lnTo>
                  <a:lnTo>
                    <a:pt x="3537686" y="35407"/>
                  </a:lnTo>
                  <a:lnTo>
                    <a:pt x="3531997" y="40386"/>
                  </a:lnTo>
                  <a:lnTo>
                    <a:pt x="3531997" y="1778"/>
                  </a:lnTo>
                  <a:lnTo>
                    <a:pt x="3517138" y="1778"/>
                  </a:lnTo>
                  <a:lnTo>
                    <a:pt x="3517138" y="106553"/>
                  </a:lnTo>
                  <a:lnTo>
                    <a:pt x="3531997" y="106553"/>
                  </a:lnTo>
                  <a:lnTo>
                    <a:pt x="3531997" y="52197"/>
                  </a:lnTo>
                  <a:lnTo>
                    <a:pt x="3537635" y="46939"/>
                  </a:lnTo>
                  <a:lnTo>
                    <a:pt x="3543300" y="43167"/>
                  </a:lnTo>
                  <a:lnTo>
                    <a:pt x="3548951" y="40894"/>
                  </a:lnTo>
                  <a:lnTo>
                    <a:pt x="3552710" y="40386"/>
                  </a:lnTo>
                  <a:lnTo>
                    <a:pt x="3554603" y="40132"/>
                  </a:lnTo>
                  <a:lnTo>
                    <a:pt x="3560191" y="40132"/>
                  </a:lnTo>
                  <a:lnTo>
                    <a:pt x="3564128" y="41529"/>
                  </a:lnTo>
                  <a:lnTo>
                    <a:pt x="3566668" y="44196"/>
                  </a:lnTo>
                  <a:lnTo>
                    <a:pt x="3569093" y="46939"/>
                  </a:lnTo>
                  <a:lnTo>
                    <a:pt x="3570224" y="51308"/>
                  </a:lnTo>
                  <a:lnTo>
                    <a:pt x="3570224" y="106553"/>
                  </a:lnTo>
                  <a:lnTo>
                    <a:pt x="3585083" y="106553"/>
                  </a:lnTo>
                  <a:lnTo>
                    <a:pt x="3585083" y="57023"/>
                  </a:lnTo>
                  <a:close/>
                </a:path>
                <a:path w="4388484" h="137795">
                  <a:moveTo>
                    <a:pt x="3678428" y="68707"/>
                  </a:moveTo>
                  <a:lnTo>
                    <a:pt x="3677755" y="59753"/>
                  </a:lnTo>
                  <a:lnTo>
                    <a:pt x="3675761" y="51904"/>
                  </a:lnTo>
                  <a:lnTo>
                    <a:pt x="3672421" y="45123"/>
                  </a:lnTo>
                  <a:lnTo>
                    <a:pt x="3667861" y="39497"/>
                  </a:lnTo>
                  <a:lnTo>
                    <a:pt x="3667760" y="39370"/>
                  </a:lnTo>
                  <a:lnTo>
                    <a:pt x="3663188" y="35814"/>
                  </a:lnTo>
                  <a:lnTo>
                    <a:pt x="3663188" y="59055"/>
                  </a:lnTo>
                  <a:lnTo>
                    <a:pt x="3663188" y="78359"/>
                  </a:lnTo>
                  <a:lnTo>
                    <a:pt x="3660940" y="85458"/>
                  </a:lnTo>
                  <a:lnTo>
                    <a:pt x="3660902" y="85598"/>
                  </a:lnTo>
                  <a:lnTo>
                    <a:pt x="3652139" y="95377"/>
                  </a:lnTo>
                  <a:lnTo>
                    <a:pt x="3646119" y="97917"/>
                  </a:lnTo>
                  <a:lnTo>
                    <a:pt x="3632492" y="97917"/>
                  </a:lnTo>
                  <a:lnTo>
                    <a:pt x="3626485" y="95377"/>
                  </a:lnTo>
                  <a:lnTo>
                    <a:pt x="3622167" y="90424"/>
                  </a:lnTo>
                  <a:lnTo>
                    <a:pt x="3617722" y="85598"/>
                  </a:lnTo>
                  <a:lnTo>
                    <a:pt x="3615563" y="78359"/>
                  </a:lnTo>
                  <a:lnTo>
                    <a:pt x="3615563" y="59055"/>
                  </a:lnTo>
                  <a:lnTo>
                    <a:pt x="3617658" y="51904"/>
                  </a:lnTo>
                  <a:lnTo>
                    <a:pt x="3617722" y="51689"/>
                  </a:lnTo>
                  <a:lnTo>
                    <a:pt x="3622167" y="46863"/>
                  </a:lnTo>
                  <a:lnTo>
                    <a:pt x="3626485" y="42037"/>
                  </a:lnTo>
                  <a:lnTo>
                    <a:pt x="3632200" y="39497"/>
                  </a:lnTo>
                  <a:lnTo>
                    <a:pt x="3646424" y="39497"/>
                  </a:lnTo>
                  <a:lnTo>
                    <a:pt x="3652139" y="42037"/>
                  </a:lnTo>
                  <a:lnTo>
                    <a:pt x="3656584" y="46863"/>
                  </a:lnTo>
                  <a:lnTo>
                    <a:pt x="3660902" y="51689"/>
                  </a:lnTo>
                  <a:lnTo>
                    <a:pt x="3663188" y="59055"/>
                  </a:lnTo>
                  <a:lnTo>
                    <a:pt x="3663188" y="35814"/>
                  </a:lnTo>
                  <a:lnTo>
                    <a:pt x="3661981" y="34874"/>
                  </a:lnTo>
                  <a:lnTo>
                    <a:pt x="3655339" y="31661"/>
                  </a:lnTo>
                  <a:lnTo>
                    <a:pt x="3647783" y="29730"/>
                  </a:lnTo>
                  <a:lnTo>
                    <a:pt x="3639312" y="29083"/>
                  </a:lnTo>
                  <a:lnTo>
                    <a:pt x="3630879" y="29730"/>
                  </a:lnTo>
                  <a:lnTo>
                    <a:pt x="3600958" y="59753"/>
                  </a:lnTo>
                  <a:lnTo>
                    <a:pt x="3600323" y="68707"/>
                  </a:lnTo>
                  <a:lnTo>
                    <a:pt x="3600958" y="77622"/>
                  </a:lnTo>
                  <a:lnTo>
                    <a:pt x="3630879" y="107696"/>
                  </a:lnTo>
                  <a:lnTo>
                    <a:pt x="3639312" y="108331"/>
                  </a:lnTo>
                  <a:lnTo>
                    <a:pt x="3647783" y="107696"/>
                  </a:lnTo>
                  <a:lnTo>
                    <a:pt x="3675684" y="85598"/>
                  </a:lnTo>
                  <a:lnTo>
                    <a:pt x="3675761" y="85458"/>
                  </a:lnTo>
                  <a:lnTo>
                    <a:pt x="3677755" y="77622"/>
                  </a:lnTo>
                  <a:lnTo>
                    <a:pt x="3678428" y="68707"/>
                  </a:lnTo>
                  <a:close/>
                </a:path>
                <a:path w="4388484" h="137795">
                  <a:moveTo>
                    <a:pt x="3762883" y="106553"/>
                  </a:moveTo>
                  <a:lnTo>
                    <a:pt x="3734765" y="68072"/>
                  </a:lnTo>
                  <a:lnTo>
                    <a:pt x="3729748" y="61214"/>
                  </a:lnTo>
                  <a:lnTo>
                    <a:pt x="3728085" y="58928"/>
                  </a:lnTo>
                  <a:lnTo>
                    <a:pt x="3759581" y="30734"/>
                  </a:lnTo>
                  <a:lnTo>
                    <a:pt x="3740912" y="30734"/>
                  </a:lnTo>
                  <a:lnTo>
                    <a:pt x="3708781" y="61214"/>
                  </a:lnTo>
                  <a:lnTo>
                    <a:pt x="3708781" y="1778"/>
                  </a:lnTo>
                  <a:lnTo>
                    <a:pt x="3693922" y="1778"/>
                  </a:lnTo>
                  <a:lnTo>
                    <a:pt x="3693922" y="106553"/>
                  </a:lnTo>
                  <a:lnTo>
                    <a:pt x="3708781" y="106553"/>
                  </a:lnTo>
                  <a:lnTo>
                    <a:pt x="3708781" y="76454"/>
                  </a:lnTo>
                  <a:lnTo>
                    <a:pt x="3718052" y="68072"/>
                  </a:lnTo>
                  <a:lnTo>
                    <a:pt x="3745103" y="106553"/>
                  </a:lnTo>
                  <a:lnTo>
                    <a:pt x="3762883" y="106553"/>
                  </a:lnTo>
                  <a:close/>
                </a:path>
                <a:path w="4388484" h="137795">
                  <a:moveTo>
                    <a:pt x="3889121" y="94107"/>
                  </a:moveTo>
                  <a:lnTo>
                    <a:pt x="3833114" y="94107"/>
                  </a:lnTo>
                  <a:lnTo>
                    <a:pt x="3833114" y="1778"/>
                  </a:lnTo>
                  <a:lnTo>
                    <a:pt x="3817747" y="1778"/>
                  </a:lnTo>
                  <a:lnTo>
                    <a:pt x="3817747" y="106553"/>
                  </a:lnTo>
                  <a:lnTo>
                    <a:pt x="3889121" y="106553"/>
                  </a:lnTo>
                  <a:lnTo>
                    <a:pt x="3889121" y="94107"/>
                  </a:lnTo>
                  <a:close/>
                </a:path>
                <a:path w="4388484" h="137795">
                  <a:moveTo>
                    <a:pt x="3977132" y="68707"/>
                  </a:moveTo>
                  <a:lnTo>
                    <a:pt x="3976573" y="61341"/>
                  </a:lnTo>
                  <a:lnTo>
                    <a:pt x="3976459" y="59753"/>
                  </a:lnTo>
                  <a:lnTo>
                    <a:pt x="3974515" y="52120"/>
                  </a:lnTo>
                  <a:lnTo>
                    <a:pt x="3974465" y="51904"/>
                  </a:lnTo>
                  <a:lnTo>
                    <a:pt x="3971252" y="45377"/>
                  </a:lnTo>
                  <a:lnTo>
                    <a:pt x="3971125" y="45123"/>
                  </a:lnTo>
                  <a:lnTo>
                    <a:pt x="3966667" y="39624"/>
                  </a:lnTo>
                  <a:lnTo>
                    <a:pt x="3944442" y="39624"/>
                  </a:lnTo>
                  <a:lnTo>
                    <a:pt x="3949192" y="41402"/>
                  </a:lnTo>
                  <a:lnTo>
                    <a:pt x="3953383" y="44958"/>
                  </a:lnTo>
                  <a:lnTo>
                    <a:pt x="3957574" y="48641"/>
                  </a:lnTo>
                  <a:lnTo>
                    <a:pt x="3960368" y="54102"/>
                  </a:lnTo>
                  <a:lnTo>
                    <a:pt x="3961511" y="61341"/>
                  </a:lnTo>
                  <a:lnTo>
                    <a:pt x="3914648" y="61341"/>
                  </a:lnTo>
                  <a:lnTo>
                    <a:pt x="3932377" y="39370"/>
                  </a:lnTo>
                  <a:lnTo>
                    <a:pt x="3966464" y="39370"/>
                  </a:lnTo>
                  <a:lnTo>
                    <a:pt x="3960825" y="34988"/>
                  </a:lnTo>
                  <a:lnTo>
                    <a:pt x="3954107" y="31686"/>
                  </a:lnTo>
                  <a:lnTo>
                    <a:pt x="3946512" y="29730"/>
                  </a:lnTo>
                  <a:lnTo>
                    <a:pt x="3938016" y="29083"/>
                  </a:lnTo>
                  <a:lnTo>
                    <a:pt x="3929672" y="29730"/>
                  </a:lnTo>
                  <a:lnTo>
                    <a:pt x="3899725" y="59753"/>
                  </a:lnTo>
                  <a:lnTo>
                    <a:pt x="3899027" y="68707"/>
                  </a:lnTo>
                  <a:lnTo>
                    <a:pt x="3899712" y="77546"/>
                  </a:lnTo>
                  <a:lnTo>
                    <a:pt x="3930942" y="107696"/>
                  </a:lnTo>
                  <a:lnTo>
                    <a:pt x="3939667" y="108331"/>
                  </a:lnTo>
                  <a:lnTo>
                    <a:pt x="3949192" y="108331"/>
                  </a:lnTo>
                  <a:lnTo>
                    <a:pt x="3957320" y="106172"/>
                  </a:lnTo>
                  <a:lnTo>
                    <a:pt x="3970324" y="97917"/>
                  </a:lnTo>
                  <a:lnTo>
                    <a:pt x="3974465" y="91694"/>
                  </a:lnTo>
                  <a:lnTo>
                    <a:pt x="3975608" y="83947"/>
                  </a:lnTo>
                  <a:lnTo>
                    <a:pt x="3960241" y="83947"/>
                  </a:lnTo>
                  <a:lnTo>
                    <a:pt x="3960114" y="88392"/>
                  </a:lnTo>
                  <a:lnTo>
                    <a:pt x="3957828" y="91694"/>
                  </a:lnTo>
                  <a:lnTo>
                    <a:pt x="3953764" y="94107"/>
                  </a:lnTo>
                  <a:lnTo>
                    <a:pt x="3949573" y="96520"/>
                  </a:lnTo>
                  <a:lnTo>
                    <a:pt x="3944404" y="97917"/>
                  </a:lnTo>
                  <a:lnTo>
                    <a:pt x="3933139" y="97917"/>
                  </a:lnTo>
                  <a:lnTo>
                    <a:pt x="3914394" y="71882"/>
                  </a:lnTo>
                  <a:lnTo>
                    <a:pt x="3977132" y="71882"/>
                  </a:lnTo>
                  <a:lnTo>
                    <a:pt x="3977132" y="68707"/>
                  </a:lnTo>
                  <a:close/>
                </a:path>
                <a:path w="4388484" h="137795">
                  <a:moveTo>
                    <a:pt x="4058539" y="30734"/>
                  </a:moveTo>
                  <a:lnTo>
                    <a:pt x="4042537" y="30734"/>
                  </a:lnTo>
                  <a:lnTo>
                    <a:pt x="4020439" y="90043"/>
                  </a:lnTo>
                  <a:lnTo>
                    <a:pt x="3998341" y="30734"/>
                  </a:lnTo>
                  <a:lnTo>
                    <a:pt x="3982339" y="30734"/>
                  </a:lnTo>
                  <a:lnTo>
                    <a:pt x="4013835" y="106553"/>
                  </a:lnTo>
                  <a:lnTo>
                    <a:pt x="4010063" y="114554"/>
                  </a:lnTo>
                  <a:lnTo>
                    <a:pt x="4005808" y="120269"/>
                  </a:lnTo>
                  <a:lnTo>
                    <a:pt x="4001058" y="123698"/>
                  </a:lnTo>
                  <a:lnTo>
                    <a:pt x="3995801" y="124841"/>
                  </a:lnTo>
                  <a:lnTo>
                    <a:pt x="3993388" y="124841"/>
                  </a:lnTo>
                  <a:lnTo>
                    <a:pt x="3991102" y="124460"/>
                  </a:lnTo>
                  <a:lnTo>
                    <a:pt x="3988689" y="123825"/>
                  </a:lnTo>
                  <a:lnTo>
                    <a:pt x="3988689" y="136271"/>
                  </a:lnTo>
                  <a:lnTo>
                    <a:pt x="3991356" y="136906"/>
                  </a:lnTo>
                  <a:lnTo>
                    <a:pt x="3994658" y="137287"/>
                  </a:lnTo>
                  <a:lnTo>
                    <a:pt x="4003294" y="137287"/>
                  </a:lnTo>
                  <a:lnTo>
                    <a:pt x="4007485" y="135890"/>
                  </a:lnTo>
                  <a:lnTo>
                    <a:pt x="4014343" y="130556"/>
                  </a:lnTo>
                  <a:lnTo>
                    <a:pt x="4017137" y="127254"/>
                  </a:lnTo>
                  <a:lnTo>
                    <a:pt x="4018457" y="124841"/>
                  </a:lnTo>
                  <a:lnTo>
                    <a:pt x="4021455" y="119380"/>
                  </a:lnTo>
                  <a:lnTo>
                    <a:pt x="4023995" y="113792"/>
                  </a:lnTo>
                  <a:lnTo>
                    <a:pt x="4027043" y="106553"/>
                  </a:lnTo>
                  <a:lnTo>
                    <a:pt x="4033901" y="90043"/>
                  </a:lnTo>
                  <a:lnTo>
                    <a:pt x="4058539" y="30734"/>
                  </a:lnTo>
                  <a:close/>
                </a:path>
                <a:path w="4388484" h="137795">
                  <a:moveTo>
                    <a:pt x="4085209" y="1778"/>
                  </a:moveTo>
                  <a:lnTo>
                    <a:pt x="4070350" y="1778"/>
                  </a:lnTo>
                  <a:lnTo>
                    <a:pt x="4070350" y="106553"/>
                  </a:lnTo>
                  <a:lnTo>
                    <a:pt x="4085209" y="106553"/>
                  </a:lnTo>
                  <a:lnTo>
                    <a:pt x="4085209" y="1778"/>
                  </a:lnTo>
                  <a:close/>
                </a:path>
                <a:path w="4388484" h="137795">
                  <a:moveTo>
                    <a:pt x="4174490" y="46228"/>
                  </a:moveTo>
                  <a:lnTo>
                    <a:pt x="4171861" y="39497"/>
                  </a:lnTo>
                  <a:lnTo>
                    <a:pt x="4171569" y="38735"/>
                  </a:lnTo>
                  <a:lnTo>
                    <a:pt x="4165765" y="34912"/>
                  </a:lnTo>
                  <a:lnTo>
                    <a:pt x="4160672" y="32308"/>
                  </a:lnTo>
                  <a:lnTo>
                    <a:pt x="4154932" y="30543"/>
                  </a:lnTo>
                  <a:lnTo>
                    <a:pt x="4148150" y="29451"/>
                  </a:lnTo>
                  <a:lnTo>
                    <a:pt x="4140581" y="29083"/>
                  </a:lnTo>
                  <a:lnTo>
                    <a:pt x="4125455" y="30543"/>
                  </a:lnTo>
                  <a:lnTo>
                    <a:pt x="4114393" y="34912"/>
                  </a:lnTo>
                  <a:lnTo>
                    <a:pt x="4107408" y="42214"/>
                  </a:lnTo>
                  <a:lnTo>
                    <a:pt x="4104513" y="52451"/>
                  </a:lnTo>
                  <a:lnTo>
                    <a:pt x="4119372" y="52451"/>
                  </a:lnTo>
                  <a:lnTo>
                    <a:pt x="4119448" y="50546"/>
                  </a:lnTo>
                  <a:lnTo>
                    <a:pt x="4119562" y="48133"/>
                  </a:lnTo>
                  <a:lnTo>
                    <a:pt x="4119664" y="45593"/>
                  </a:lnTo>
                  <a:lnTo>
                    <a:pt x="4119753" y="43815"/>
                  </a:lnTo>
                  <a:lnTo>
                    <a:pt x="4126611" y="39497"/>
                  </a:lnTo>
                  <a:lnTo>
                    <a:pt x="4146042" y="39497"/>
                  </a:lnTo>
                  <a:lnTo>
                    <a:pt x="4158742" y="48133"/>
                  </a:lnTo>
                  <a:lnTo>
                    <a:pt x="4159377" y="50546"/>
                  </a:lnTo>
                  <a:lnTo>
                    <a:pt x="4159758" y="54483"/>
                  </a:lnTo>
                  <a:lnTo>
                    <a:pt x="4159758" y="59944"/>
                  </a:lnTo>
                  <a:lnTo>
                    <a:pt x="4159758" y="69850"/>
                  </a:lnTo>
                  <a:lnTo>
                    <a:pt x="4159758" y="86614"/>
                  </a:lnTo>
                  <a:lnTo>
                    <a:pt x="4157091" y="90043"/>
                  </a:lnTo>
                  <a:lnTo>
                    <a:pt x="4153535" y="92710"/>
                  </a:lnTo>
                  <a:lnTo>
                    <a:pt x="4144391" y="96774"/>
                  </a:lnTo>
                  <a:lnTo>
                    <a:pt x="4139692" y="97790"/>
                  </a:lnTo>
                  <a:lnTo>
                    <a:pt x="4129532" y="97790"/>
                  </a:lnTo>
                  <a:lnTo>
                    <a:pt x="4125214" y="96774"/>
                  </a:lnTo>
                  <a:lnTo>
                    <a:pt x="4122039" y="94615"/>
                  </a:lnTo>
                  <a:lnTo>
                    <a:pt x="4118991" y="92583"/>
                  </a:lnTo>
                  <a:lnTo>
                    <a:pt x="4117340" y="89662"/>
                  </a:lnTo>
                  <a:lnTo>
                    <a:pt x="4117340" y="85725"/>
                  </a:lnTo>
                  <a:lnTo>
                    <a:pt x="4119359" y="78803"/>
                  </a:lnTo>
                  <a:lnTo>
                    <a:pt x="4125417" y="73837"/>
                  </a:lnTo>
                  <a:lnTo>
                    <a:pt x="4135501" y="70853"/>
                  </a:lnTo>
                  <a:lnTo>
                    <a:pt x="4149598" y="69850"/>
                  </a:lnTo>
                  <a:lnTo>
                    <a:pt x="4159758" y="69850"/>
                  </a:lnTo>
                  <a:lnTo>
                    <a:pt x="4159758" y="59944"/>
                  </a:lnTo>
                  <a:lnTo>
                    <a:pt x="4152519" y="59944"/>
                  </a:lnTo>
                  <a:lnTo>
                    <a:pt x="4130433" y="61595"/>
                  </a:lnTo>
                  <a:lnTo>
                    <a:pt x="4114685" y="66560"/>
                  </a:lnTo>
                  <a:lnTo>
                    <a:pt x="4105237" y="74841"/>
                  </a:lnTo>
                  <a:lnTo>
                    <a:pt x="4102303" y="85725"/>
                  </a:lnTo>
                  <a:lnTo>
                    <a:pt x="4102100" y="86614"/>
                  </a:lnTo>
                  <a:lnTo>
                    <a:pt x="4102100" y="92964"/>
                  </a:lnTo>
                  <a:lnTo>
                    <a:pt x="4104767" y="98171"/>
                  </a:lnTo>
                  <a:lnTo>
                    <a:pt x="4115435" y="106299"/>
                  </a:lnTo>
                  <a:lnTo>
                    <a:pt x="4122293" y="108331"/>
                  </a:lnTo>
                  <a:lnTo>
                    <a:pt x="4130548" y="108331"/>
                  </a:lnTo>
                  <a:lnTo>
                    <a:pt x="4139069" y="107746"/>
                  </a:lnTo>
                  <a:lnTo>
                    <a:pt x="4146766" y="105956"/>
                  </a:lnTo>
                  <a:lnTo>
                    <a:pt x="4153649" y="102984"/>
                  </a:lnTo>
                  <a:lnTo>
                    <a:pt x="4159758" y="98806"/>
                  </a:lnTo>
                  <a:lnTo>
                    <a:pt x="4159758" y="106553"/>
                  </a:lnTo>
                  <a:lnTo>
                    <a:pt x="4174490" y="106553"/>
                  </a:lnTo>
                  <a:lnTo>
                    <a:pt x="4174490" y="98806"/>
                  </a:lnTo>
                  <a:lnTo>
                    <a:pt x="4174490" y="97790"/>
                  </a:lnTo>
                  <a:lnTo>
                    <a:pt x="4174490" y="69850"/>
                  </a:lnTo>
                  <a:lnTo>
                    <a:pt x="4174490" y="46228"/>
                  </a:lnTo>
                  <a:close/>
                </a:path>
                <a:path w="4388484" h="137795">
                  <a:moveTo>
                    <a:pt x="4261739" y="57023"/>
                  </a:moveTo>
                  <a:lnTo>
                    <a:pt x="4259973" y="44792"/>
                  </a:lnTo>
                  <a:lnTo>
                    <a:pt x="4257154" y="40132"/>
                  </a:lnTo>
                  <a:lnTo>
                    <a:pt x="4254690" y="36055"/>
                  </a:lnTo>
                  <a:lnTo>
                    <a:pt x="4245876" y="30835"/>
                  </a:lnTo>
                  <a:lnTo>
                    <a:pt x="4233545" y="29083"/>
                  </a:lnTo>
                  <a:lnTo>
                    <a:pt x="4226776" y="29781"/>
                  </a:lnTo>
                  <a:lnTo>
                    <a:pt x="4220375" y="31889"/>
                  </a:lnTo>
                  <a:lnTo>
                    <a:pt x="4214342" y="35407"/>
                  </a:lnTo>
                  <a:lnTo>
                    <a:pt x="4208653" y="40386"/>
                  </a:lnTo>
                  <a:lnTo>
                    <a:pt x="4208653" y="30835"/>
                  </a:lnTo>
                  <a:lnTo>
                    <a:pt x="4193794" y="30835"/>
                  </a:lnTo>
                  <a:lnTo>
                    <a:pt x="4193794" y="106553"/>
                  </a:lnTo>
                  <a:lnTo>
                    <a:pt x="4208653" y="106553"/>
                  </a:lnTo>
                  <a:lnTo>
                    <a:pt x="4208653" y="52197"/>
                  </a:lnTo>
                  <a:lnTo>
                    <a:pt x="4214292" y="46939"/>
                  </a:lnTo>
                  <a:lnTo>
                    <a:pt x="4219956" y="43167"/>
                  </a:lnTo>
                  <a:lnTo>
                    <a:pt x="4225607" y="40894"/>
                  </a:lnTo>
                  <a:lnTo>
                    <a:pt x="4229366" y="40386"/>
                  </a:lnTo>
                  <a:lnTo>
                    <a:pt x="4231259" y="40132"/>
                  </a:lnTo>
                  <a:lnTo>
                    <a:pt x="4236847" y="40132"/>
                  </a:lnTo>
                  <a:lnTo>
                    <a:pt x="4240784" y="41529"/>
                  </a:lnTo>
                  <a:lnTo>
                    <a:pt x="4243324" y="44196"/>
                  </a:lnTo>
                  <a:lnTo>
                    <a:pt x="4245749" y="46939"/>
                  </a:lnTo>
                  <a:lnTo>
                    <a:pt x="4246880" y="51308"/>
                  </a:lnTo>
                  <a:lnTo>
                    <a:pt x="4246880" y="106553"/>
                  </a:lnTo>
                  <a:lnTo>
                    <a:pt x="4261739" y="106553"/>
                  </a:lnTo>
                  <a:lnTo>
                    <a:pt x="4261739" y="57023"/>
                  </a:lnTo>
                  <a:close/>
                </a:path>
                <a:path w="4388484" h="137795">
                  <a:moveTo>
                    <a:pt x="4349750" y="1778"/>
                  </a:moveTo>
                  <a:lnTo>
                    <a:pt x="4335018" y="1778"/>
                  </a:lnTo>
                  <a:lnTo>
                    <a:pt x="4335018" y="36576"/>
                  </a:lnTo>
                  <a:lnTo>
                    <a:pt x="4335018" y="48768"/>
                  </a:lnTo>
                  <a:lnTo>
                    <a:pt x="4335018" y="84709"/>
                  </a:lnTo>
                  <a:lnTo>
                    <a:pt x="4329798" y="90462"/>
                  </a:lnTo>
                  <a:lnTo>
                    <a:pt x="4324286" y="94538"/>
                  </a:lnTo>
                  <a:lnTo>
                    <a:pt x="4318470" y="96989"/>
                  </a:lnTo>
                  <a:lnTo>
                    <a:pt x="4312412" y="97790"/>
                  </a:lnTo>
                  <a:lnTo>
                    <a:pt x="4306062" y="97790"/>
                  </a:lnTo>
                  <a:lnTo>
                    <a:pt x="4301109" y="95377"/>
                  </a:lnTo>
                  <a:lnTo>
                    <a:pt x="4293997" y="85725"/>
                  </a:lnTo>
                  <a:lnTo>
                    <a:pt x="4292219" y="78613"/>
                  </a:lnTo>
                  <a:lnTo>
                    <a:pt x="4292219" y="59436"/>
                  </a:lnTo>
                  <a:lnTo>
                    <a:pt x="4294124" y="51943"/>
                  </a:lnTo>
                  <a:lnTo>
                    <a:pt x="4297807" y="46990"/>
                  </a:lnTo>
                  <a:lnTo>
                    <a:pt x="4301617" y="42037"/>
                  </a:lnTo>
                  <a:lnTo>
                    <a:pt x="4306697" y="39497"/>
                  </a:lnTo>
                  <a:lnTo>
                    <a:pt x="4321302" y="39497"/>
                  </a:lnTo>
                  <a:lnTo>
                    <a:pt x="4328541" y="42672"/>
                  </a:lnTo>
                  <a:lnTo>
                    <a:pt x="4335018" y="48768"/>
                  </a:lnTo>
                  <a:lnTo>
                    <a:pt x="4335018" y="36576"/>
                  </a:lnTo>
                  <a:lnTo>
                    <a:pt x="4328795" y="31623"/>
                  </a:lnTo>
                  <a:lnTo>
                    <a:pt x="4321175" y="29083"/>
                  </a:lnTo>
                  <a:lnTo>
                    <a:pt x="4312158" y="29083"/>
                  </a:lnTo>
                  <a:lnTo>
                    <a:pt x="4279455" y="52641"/>
                  </a:lnTo>
                  <a:lnTo>
                    <a:pt x="4276979" y="69215"/>
                  </a:lnTo>
                  <a:lnTo>
                    <a:pt x="4277525" y="77724"/>
                  </a:lnTo>
                  <a:lnTo>
                    <a:pt x="4303471" y="107670"/>
                  </a:lnTo>
                  <a:lnTo>
                    <a:pt x="4311142" y="108331"/>
                  </a:lnTo>
                  <a:lnTo>
                    <a:pt x="4317809" y="107670"/>
                  </a:lnTo>
                  <a:lnTo>
                    <a:pt x="4323981" y="105689"/>
                  </a:lnTo>
                  <a:lnTo>
                    <a:pt x="4329620" y="102387"/>
                  </a:lnTo>
                  <a:lnTo>
                    <a:pt x="4334738" y="97790"/>
                  </a:lnTo>
                  <a:lnTo>
                    <a:pt x="4335018" y="97536"/>
                  </a:lnTo>
                  <a:lnTo>
                    <a:pt x="4335018" y="106553"/>
                  </a:lnTo>
                  <a:lnTo>
                    <a:pt x="4349750" y="106553"/>
                  </a:lnTo>
                  <a:lnTo>
                    <a:pt x="4349750" y="97536"/>
                  </a:lnTo>
                  <a:lnTo>
                    <a:pt x="4349750" y="39497"/>
                  </a:lnTo>
                  <a:lnTo>
                    <a:pt x="4349750" y="36576"/>
                  </a:lnTo>
                  <a:lnTo>
                    <a:pt x="4349750" y="1778"/>
                  </a:lnTo>
                  <a:close/>
                </a:path>
                <a:path w="4388484" h="137795">
                  <a:moveTo>
                    <a:pt x="4388485" y="91948"/>
                  </a:moveTo>
                  <a:lnTo>
                    <a:pt x="4372483" y="91948"/>
                  </a:lnTo>
                  <a:lnTo>
                    <a:pt x="4372483" y="106553"/>
                  </a:lnTo>
                  <a:lnTo>
                    <a:pt x="4388485" y="106553"/>
                  </a:lnTo>
                  <a:lnTo>
                    <a:pt x="4388485" y="91948"/>
                  </a:lnTo>
                  <a:close/>
                </a:path>
              </a:pathLst>
            </a:custGeom>
            <a:solidFill>
              <a:srgbClr val="3D40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517380" cy="6440170"/>
          </a:xfrm>
          <a:custGeom>
            <a:avLst/>
            <a:gdLst/>
            <a:ahLst/>
            <a:cxnLst/>
            <a:rect l="l" t="t" r="r" b="b"/>
            <a:pathLst>
              <a:path w="9517380" h="6440170">
                <a:moveTo>
                  <a:pt x="9517124" y="0"/>
                </a:moveTo>
                <a:lnTo>
                  <a:pt x="0" y="0"/>
                </a:lnTo>
                <a:lnTo>
                  <a:pt x="0" y="6439920"/>
                </a:lnTo>
                <a:lnTo>
                  <a:pt x="9517124" y="6439920"/>
                </a:lnTo>
                <a:lnTo>
                  <a:pt x="9517124" y="0"/>
                </a:lnTo>
                <a:close/>
              </a:path>
            </a:pathLst>
          </a:custGeom>
          <a:solidFill>
            <a:srgbClr val="F8F8FF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266" y="358044"/>
            <a:ext cx="544385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spc="175" dirty="0"/>
              <a:t>Market</a:t>
            </a:r>
            <a:r>
              <a:rPr sz="2450" spc="15" dirty="0"/>
              <a:t> </a:t>
            </a:r>
            <a:r>
              <a:rPr sz="2450" spc="145" dirty="0"/>
              <a:t>Size</a:t>
            </a:r>
            <a:r>
              <a:rPr sz="2450" spc="10" dirty="0"/>
              <a:t> </a:t>
            </a:r>
            <a:r>
              <a:rPr sz="2450" spc="180" dirty="0"/>
              <a:t>and</a:t>
            </a:r>
            <a:r>
              <a:rPr sz="2450" spc="40" dirty="0"/>
              <a:t> </a:t>
            </a:r>
            <a:r>
              <a:rPr sz="2450" spc="160" dirty="0"/>
              <a:t>Segmentation</a:t>
            </a:r>
            <a:r>
              <a:rPr sz="2450" spc="30" dirty="0"/>
              <a:t> </a:t>
            </a:r>
            <a:r>
              <a:rPr sz="2450" spc="140" dirty="0"/>
              <a:t>(FY24)</a:t>
            </a:r>
            <a:endParaRPr sz="2450"/>
          </a:p>
        </p:txBody>
      </p:sp>
      <p:sp>
        <p:nvSpPr>
          <p:cNvPr id="4" name="object 4"/>
          <p:cNvSpPr txBox="1"/>
          <p:nvPr/>
        </p:nvSpPr>
        <p:spPr>
          <a:xfrm>
            <a:off x="487266" y="5590982"/>
            <a:ext cx="8203565" cy="4673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110"/>
              </a:spcBef>
              <a:tabLst>
                <a:tab pos="2728595" algn="l"/>
                <a:tab pos="4874260" algn="l"/>
                <a:tab pos="6737350" algn="l"/>
              </a:tabLst>
            </a:pPr>
            <a:r>
              <a:rPr sz="950" dirty="0">
                <a:solidFill>
                  <a:srgbClr val="3E4053"/>
                </a:solidFill>
                <a:latin typeface="Microsoft Sans Serif"/>
                <a:cs typeface="Microsoft Sans Serif"/>
              </a:rPr>
              <a:t>Two-</a:t>
            </a:r>
            <a:r>
              <a:rPr sz="9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Wheelers</a:t>
            </a:r>
            <a:r>
              <a:rPr sz="950" dirty="0">
                <a:solidFill>
                  <a:srgbClr val="3E4053"/>
                </a:solidFill>
                <a:latin typeface="Microsoft Sans Serif"/>
                <a:cs typeface="Microsoft Sans Serif"/>
              </a:rPr>
              <a:t>	Passenger</a:t>
            </a:r>
            <a:r>
              <a:rPr sz="950" spc="2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Vehicles</a:t>
            </a:r>
            <a:r>
              <a:rPr sz="950" dirty="0">
                <a:solidFill>
                  <a:srgbClr val="3E4053"/>
                </a:solidFill>
                <a:latin typeface="Microsoft Sans Serif"/>
                <a:cs typeface="Microsoft Sans Serif"/>
              </a:rPr>
              <a:t>	</a:t>
            </a:r>
            <a:r>
              <a:rPr sz="9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Commercial</a:t>
            </a:r>
            <a:r>
              <a:rPr sz="950" spc="19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Vehicles</a:t>
            </a:r>
            <a:r>
              <a:rPr sz="950" dirty="0">
                <a:solidFill>
                  <a:srgbClr val="3E4053"/>
                </a:solidFill>
                <a:latin typeface="Microsoft Sans Serif"/>
                <a:cs typeface="Microsoft Sans Serif"/>
              </a:rPr>
              <a:t>	Three-Wheelers</a:t>
            </a:r>
            <a:r>
              <a:rPr sz="950" spc="2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E4053"/>
                </a:solidFill>
                <a:latin typeface="Microsoft Sans Serif"/>
                <a:cs typeface="Microsoft Sans Serif"/>
              </a:rPr>
              <a:t>&amp;</a:t>
            </a:r>
            <a:r>
              <a:rPr sz="950" spc="2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Others</a:t>
            </a:r>
            <a:endParaRPr sz="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Two-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wheelers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dominate</a:t>
            </a:r>
            <a:r>
              <a:rPr sz="9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market</a:t>
            </a:r>
            <a:r>
              <a:rPr sz="9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with</a:t>
            </a:r>
            <a:r>
              <a:rPr sz="9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76%</a:t>
            </a:r>
            <a:r>
              <a:rPr sz="9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share,</a:t>
            </a:r>
            <a:r>
              <a:rPr sz="9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while</a:t>
            </a:r>
            <a:r>
              <a:rPr sz="9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EVs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show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9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highest</a:t>
            </a:r>
            <a:r>
              <a:rPr sz="9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growth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at</a:t>
            </a:r>
            <a:r>
              <a:rPr sz="9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36.2%</a:t>
            </a:r>
            <a:r>
              <a:rPr sz="9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YoY.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Rural</a:t>
            </a:r>
            <a:r>
              <a:rPr sz="9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 demand</a:t>
            </a:r>
            <a:r>
              <a:rPr sz="9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is</a:t>
            </a:r>
            <a:r>
              <a:rPr sz="9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also</a:t>
            </a:r>
            <a:r>
              <a:rPr sz="9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increasing.</a:t>
            </a:r>
            <a:endParaRPr sz="9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055" y="5625117"/>
            <a:ext cx="118477" cy="1257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4587" y="5625117"/>
            <a:ext cx="126366" cy="1257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0078" y="5625117"/>
            <a:ext cx="126366" cy="1257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1780" y="5625117"/>
            <a:ext cx="118466" cy="12576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592887" y="1123046"/>
            <a:ext cx="4331335" cy="4331335"/>
            <a:chOff x="2592887" y="1123046"/>
            <a:chExt cx="4331335" cy="433133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2887" y="1123052"/>
              <a:ext cx="4331031" cy="43310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45446" y="1161406"/>
              <a:ext cx="913130" cy="2127250"/>
            </a:xfrm>
            <a:custGeom>
              <a:avLst/>
              <a:gdLst/>
              <a:ahLst/>
              <a:cxnLst/>
              <a:rect l="l" t="t" r="r" b="b"/>
              <a:pathLst>
                <a:path w="913129" h="2127250">
                  <a:moveTo>
                    <a:pt x="644203" y="0"/>
                  </a:moveTo>
                  <a:lnTo>
                    <a:pt x="602433" y="5710"/>
                  </a:lnTo>
                  <a:lnTo>
                    <a:pt x="560875" y="12266"/>
                  </a:lnTo>
                  <a:lnTo>
                    <a:pt x="519423" y="19562"/>
                  </a:lnTo>
                  <a:lnTo>
                    <a:pt x="478182" y="27705"/>
                  </a:lnTo>
                  <a:lnTo>
                    <a:pt x="437047" y="36588"/>
                  </a:lnTo>
                  <a:lnTo>
                    <a:pt x="396123" y="46316"/>
                  </a:lnTo>
                  <a:lnTo>
                    <a:pt x="355411" y="56891"/>
                  </a:lnTo>
                  <a:lnTo>
                    <a:pt x="314805" y="68311"/>
                  </a:lnTo>
                  <a:lnTo>
                    <a:pt x="274410" y="80472"/>
                  </a:lnTo>
                  <a:lnTo>
                    <a:pt x="234332" y="93373"/>
                  </a:lnTo>
                  <a:lnTo>
                    <a:pt x="194572" y="107014"/>
                  </a:lnTo>
                  <a:lnTo>
                    <a:pt x="155023" y="121501"/>
                  </a:lnTo>
                  <a:lnTo>
                    <a:pt x="115897" y="136835"/>
                  </a:lnTo>
                  <a:lnTo>
                    <a:pt x="76982" y="152802"/>
                  </a:lnTo>
                  <a:lnTo>
                    <a:pt x="38385" y="169616"/>
                  </a:lnTo>
                  <a:lnTo>
                    <a:pt x="0" y="187170"/>
                  </a:lnTo>
                  <a:lnTo>
                    <a:pt x="912903" y="2127182"/>
                  </a:lnTo>
                  <a:lnTo>
                    <a:pt x="644203" y="0"/>
                  </a:lnTo>
                  <a:close/>
                </a:path>
              </a:pathLst>
            </a:custGeom>
            <a:solidFill>
              <a:srgbClr val="2348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5446" y="1161406"/>
              <a:ext cx="913130" cy="2127250"/>
            </a:xfrm>
            <a:custGeom>
              <a:avLst/>
              <a:gdLst/>
              <a:ahLst/>
              <a:cxnLst/>
              <a:rect l="l" t="t" r="r" b="b"/>
              <a:pathLst>
                <a:path w="913129" h="2127250">
                  <a:moveTo>
                    <a:pt x="0" y="187170"/>
                  </a:moveTo>
                  <a:lnTo>
                    <a:pt x="38385" y="169616"/>
                  </a:lnTo>
                  <a:lnTo>
                    <a:pt x="76982" y="152802"/>
                  </a:lnTo>
                  <a:lnTo>
                    <a:pt x="115897" y="136835"/>
                  </a:lnTo>
                  <a:lnTo>
                    <a:pt x="155023" y="121501"/>
                  </a:lnTo>
                  <a:lnTo>
                    <a:pt x="194572" y="107014"/>
                  </a:lnTo>
                  <a:lnTo>
                    <a:pt x="234332" y="93373"/>
                  </a:lnTo>
                  <a:lnTo>
                    <a:pt x="274410" y="80472"/>
                  </a:lnTo>
                  <a:lnTo>
                    <a:pt x="314805" y="68311"/>
                  </a:lnTo>
                  <a:lnTo>
                    <a:pt x="355411" y="56891"/>
                  </a:lnTo>
                  <a:lnTo>
                    <a:pt x="396123" y="46316"/>
                  </a:lnTo>
                  <a:lnTo>
                    <a:pt x="437047" y="36588"/>
                  </a:lnTo>
                  <a:lnTo>
                    <a:pt x="478182" y="27705"/>
                  </a:lnTo>
                  <a:lnTo>
                    <a:pt x="519423" y="19562"/>
                  </a:lnTo>
                  <a:lnTo>
                    <a:pt x="560875" y="12266"/>
                  </a:lnTo>
                  <a:lnTo>
                    <a:pt x="602433" y="5710"/>
                  </a:lnTo>
                  <a:lnTo>
                    <a:pt x="644203" y="0"/>
                  </a:lnTo>
                  <a:lnTo>
                    <a:pt x="912903" y="2127182"/>
                  </a:lnTo>
                  <a:lnTo>
                    <a:pt x="0" y="187170"/>
                  </a:lnTo>
                  <a:close/>
                </a:path>
              </a:pathLst>
            </a:custGeom>
            <a:ln w="42880">
              <a:solidFill>
                <a:srgbClr val="F8F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89650" y="1144486"/>
              <a:ext cx="269240" cy="2144395"/>
            </a:xfrm>
            <a:custGeom>
              <a:avLst/>
              <a:gdLst/>
              <a:ahLst/>
              <a:cxnLst/>
              <a:rect l="l" t="t" r="r" b="b"/>
              <a:pathLst>
                <a:path w="269239" h="2144395">
                  <a:moveTo>
                    <a:pt x="268700" y="0"/>
                  </a:moveTo>
                  <a:lnTo>
                    <a:pt x="223758" y="528"/>
                  </a:lnTo>
                  <a:lnTo>
                    <a:pt x="178921" y="1903"/>
                  </a:lnTo>
                  <a:lnTo>
                    <a:pt x="134085" y="4229"/>
                  </a:lnTo>
                  <a:lnTo>
                    <a:pt x="89355" y="7613"/>
                  </a:lnTo>
                  <a:lnTo>
                    <a:pt x="44624" y="11737"/>
                  </a:lnTo>
                  <a:lnTo>
                    <a:pt x="0" y="16919"/>
                  </a:lnTo>
                  <a:lnTo>
                    <a:pt x="268700" y="2144102"/>
                  </a:lnTo>
                  <a:lnTo>
                    <a:pt x="268700" y="0"/>
                  </a:lnTo>
                  <a:close/>
                </a:path>
              </a:pathLst>
            </a:custGeom>
            <a:solidFill>
              <a:srgbClr val="798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9650" y="1144486"/>
              <a:ext cx="269240" cy="2144395"/>
            </a:xfrm>
            <a:custGeom>
              <a:avLst/>
              <a:gdLst/>
              <a:ahLst/>
              <a:cxnLst/>
              <a:rect l="l" t="t" r="r" b="b"/>
              <a:pathLst>
                <a:path w="269239" h="2144395">
                  <a:moveTo>
                    <a:pt x="0" y="16919"/>
                  </a:moveTo>
                  <a:lnTo>
                    <a:pt x="44624" y="11737"/>
                  </a:lnTo>
                  <a:lnTo>
                    <a:pt x="89355" y="7613"/>
                  </a:lnTo>
                  <a:lnTo>
                    <a:pt x="134085" y="4229"/>
                  </a:lnTo>
                  <a:lnTo>
                    <a:pt x="178921" y="1903"/>
                  </a:lnTo>
                  <a:lnTo>
                    <a:pt x="223758" y="528"/>
                  </a:lnTo>
                  <a:lnTo>
                    <a:pt x="268700" y="0"/>
                  </a:lnTo>
                  <a:lnTo>
                    <a:pt x="268700" y="2144102"/>
                  </a:lnTo>
                  <a:lnTo>
                    <a:pt x="0" y="16919"/>
                  </a:lnTo>
                  <a:close/>
                </a:path>
              </a:pathLst>
            </a:custGeom>
            <a:ln w="42880">
              <a:solidFill>
                <a:srgbClr val="F8F8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510286"/>
            <a:ext cx="619125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9775" algn="l"/>
                <a:tab pos="3688715" algn="l"/>
              </a:tabLst>
            </a:pPr>
            <a:r>
              <a:rPr spc="225" dirty="0"/>
              <a:t>Go</a:t>
            </a:r>
            <a:r>
              <a:rPr dirty="0"/>
              <a:t>	</a:t>
            </a:r>
            <a:r>
              <a:rPr spc="220" dirty="0"/>
              <a:t>ernment</a:t>
            </a:r>
            <a:r>
              <a:rPr spc="-85" dirty="0"/>
              <a:t> </a:t>
            </a:r>
            <a:r>
              <a:rPr spc="135" dirty="0"/>
              <a:t>Initiati</a:t>
            </a:r>
            <a:r>
              <a:rPr dirty="0"/>
              <a:t>	</a:t>
            </a:r>
            <a:r>
              <a:rPr spc="190" dirty="0"/>
              <a:t>es</a:t>
            </a:r>
            <a:r>
              <a:rPr spc="-110" dirty="0"/>
              <a:t> </a:t>
            </a:r>
            <a:r>
              <a:rPr spc="204" dirty="0"/>
              <a:t>and</a:t>
            </a:r>
            <a:r>
              <a:rPr spc="-75" dirty="0"/>
              <a:t> </a:t>
            </a:r>
            <a:r>
              <a:rPr spc="140" dirty="0"/>
              <a:t>Policies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755" y="1258570"/>
            <a:ext cx="7573645" cy="465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1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Indian</a:t>
            </a:r>
            <a:r>
              <a:rPr sz="1150" spc="1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government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is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actively</a:t>
            </a:r>
            <a:r>
              <a:rPr sz="1150" spc="1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promoting</a:t>
            </a:r>
            <a:r>
              <a:rPr sz="1150" spc="1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automobile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sector</a:t>
            </a:r>
            <a:r>
              <a:rPr sz="1150" spc="1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through</a:t>
            </a:r>
            <a:r>
              <a:rPr sz="1150" spc="1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various</a:t>
            </a:r>
            <a:r>
              <a:rPr sz="1150" spc="1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schemes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policies.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498475">
              <a:lnSpc>
                <a:spcPct val="100000"/>
              </a:lnSpc>
              <a:spcBef>
                <a:spcPts val="5"/>
              </a:spcBef>
            </a:pPr>
            <a:r>
              <a:rPr sz="1450" spc="195" dirty="0">
                <a:solidFill>
                  <a:srgbClr val="3E4053"/>
                </a:solidFill>
                <a:latin typeface="Calibri"/>
                <a:cs typeface="Calibri"/>
              </a:rPr>
              <a:t>FAME-</a:t>
            </a:r>
            <a:r>
              <a:rPr sz="1450" spc="90" dirty="0">
                <a:solidFill>
                  <a:srgbClr val="3E4053"/>
                </a:solidFill>
                <a:latin typeface="Calibri"/>
                <a:cs typeface="Calibri"/>
              </a:rPr>
              <a:t>II</a:t>
            </a:r>
            <a:r>
              <a:rPr sz="1450" spc="170" dirty="0">
                <a:solidFill>
                  <a:srgbClr val="3E4053"/>
                </a:solidFill>
                <a:latin typeface="Calibri"/>
                <a:cs typeface="Calibri"/>
              </a:rPr>
              <a:t> </a:t>
            </a:r>
            <a:r>
              <a:rPr sz="1450" spc="165" dirty="0">
                <a:solidFill>
                  <a:srgbClr val="3E4053"/>
                </a:solidFill>
                <a:latin typeface="Calibri"/>
                <a:cs typeface="Calibri"/>
              </a:rPr>
              <a:t>Scheme</a:t>
            </a:r>
            <a:endParaRPr sz="145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805"/>
              </a:spcBef>
            </a:pPr>
            <a:r>
              <a:rPr sz="1150" spc="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10,000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subsidy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for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adoption,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focusing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on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e-buses,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e-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2Ws,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e-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3Ws.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498475">
              <a:lnSpc>
                <a:spcPct val="100000"/>
              </a:lnSpc>
              <a:spcBef>
                <a:spcPts val="5"/>
              </a:spcBef>
            </a:pPr>
            <a:r>
              <a:rPr sz="1450" spc="160" dirty="0">
                <a:solidFill>
                  <a:srgbClr val="3E4053"/>
                </a:solidFill>
                <a:latin typeface="Calibri"/>
                <a:cs typeface="Calibri"/>
              </a:rPr>
              <a:t>PLI</a:t>
            </a:r>
            <a:r>
              <a:rPr sz="1450" spc="204" dirty="0">
                <a:solidFill>
                  <a:srgbClr val="3E4053"/>
                </a:solidFill>
                <a:latin typeface="Calibri"/>
                <a:cs typeface="Calibri"/>
              </a:rPr>
              <a:t> Scheme</a:t>
            </a:r>
            <a:endParaRPr sz="145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800"/>
              </a:spcBef>
            </a:pPr>
            <a:r>
              <a:rPr sz="1150" spc="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25,938</a:t>
            </a:r>
            <a:r>
              <a:rPr sz="1150" spc="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Cr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 for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Advanced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Chemistry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Cell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(ACC)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battery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Auto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Component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Manufacturing.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498475">
              <a:lnSpc>
                <a:spcPct val="100000"/>
              </a:lnSpc>
            </a:pPr>
            <a:r>
              <a:rPr sz="1450" spc="90" dirty="0">
                <a:solidFill>
                  <a:srgbClr val="3E4053"/>
                </a:solidFill>
                <a:latin typeface="Calibri"/>
                <a:cs typeface="Calibri"/>
              </a:rPr>
              <a:t>Scrappage</a:t>
            </a:r>
            <a:r>
              <a:rPr sz="1450" spc="50" dirty="0">
                <a:solidFill>
                  <a:srgbClr val="3E4053"/>
                </a:solidFill>
                <a:latin typeface="Calibri"/>
                <a:cs typeface="Calibri"/>
              </a:rPr>
              <a:t> </a:t>
            </a:r>
            <a:r>
              <a:rPr sz="1450" spc="90" dirty="0">
                <a:solidFill>
                  <a:srgbClr val="3E4053"/>
                </a:solidFill>
                <a:latin typeface="Calibri"/>
                <a:cs typeface="Calibri"/>
              </a:rPr>
              <a:t>Policy</a:t>
            </a:r>
            <a:endParaRPr sz="145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805"/>
              </a:spcBef>
            </a:pP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Aims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to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boost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demand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for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new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vehicles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and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reduce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emissions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by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scrapping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older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vehicles.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498475">
              <a:lnSpc>
                <a:spcPct val="100000"/>
              </a:lnSpc>
            </a:pPr>
            <a:r>
              <a:rPr sz="1450" spc="114" dirty="0">
                <a:solidFill>
                  <a:srgbClr val="3E4053"/>
                </a:solidFill>
                <a:latin typeface="Calibri"/>
                <a:cs typeface="Calibri"/>
              </a:rPr>
              <a:t>Tax</a:t>
            </a:r>
            <a:r>
              <a:rPr sz="1450" spc="-15" dirty="0">
                <a:solidFill>
                  <a:srgbClr val="3E4053"/>
                </a:solidFill>
                <a:latin typeface="Calibri"/>
                <a:cs typeface="Calibri"/>
              </a:rPr>
              <a:t> </a:t>
            </a:r>
            <a:r>
              <a:rPr sz="1450" spc="100" dirty="0">
                <a:solidFill>
                  <a:srgbClr val="3E4053"/>
                </a:solidFill>
                <a:latin typeface="Calibri"/>
                <a:cs typeface="Calibri"/>
              </a:rPr>
              <a:t>Incenti</a:t>
            </a:r>
            <a:r>
              <a:rPr sz="1450" spc="140" dirty="0">
                <a:solidFill>
                  <a:srgbClr val="3E4053"/>
                </a:solidFill>
                <a:latin typeface="Calibri"/>
                <a:cs typeface="Calibri"/>
              </a:rPr>
              <a:t>  </a:t>
            </a:r>
            <a:r>
              <a:rPr sz="1450" spc="60" dirty="0">
                <a:solidFill>
                  <a:srgbClr val="3E4053"/>
                </a:solidFill>
                <a:latin typeface="Calibri"/>
                <a:cs typeface="Calibri"/>
              </a:rPr>
              <a:t>es</a:t>
            </a:r>
            <a:endParaRPr sz="145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780"/>
              </a:spcBef>
            </a:pP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GST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reduction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on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EVs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(12%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to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5%)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additional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income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tax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exemption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under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Section 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80EEB.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498475">
              <a:lnSpc>
                <a:spcPct val="100000"/>
              </a:lnSpc>
              <a:spcBef>
                <a:spcPts val="5"/>
              </a:spcBef>
            </a:pPr>
            <a:r>
              <a:rPr sz="1450" spc="150" dirty="0">
                <a:solidFill>
                  <a:srgbClr val="3E4053"/>
                </a:solidFill>
                <a:latin typeface="Calibri"/>
                <a:cs typeface="Calibri"/>
              </a:rPr>
              <a:t>Charging</a:t>
            </a:r>
            <a:r>
              <a:rPr sz="1450" spc="-45" dirty="0">
                <a:solidFill>
                  <a:srgbClr val="3E4053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3E4053"/>
                </a:solidFill>
                <a:latin typeface="Calibri"/>
                <a:cs typeface="Calibri"/>
              </a:rPr>
              <a:t>Infrastructure</a:t>
            </a:r>
            <a:endParaRPr sz="145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800"/>
              </a:spcBef>
            </a:pP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Plans</a:t>
            </a:r>
            <a:r>
              <a:rPr sz="1150" spc="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for</a:t>
            </a:r>
            <a:r>
              <a:rPr sz="1150" spc="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2,877</a:t>
            </a:r>
            <a:r>
              <a:rPr sz="1150" spc="8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charging</a:t>
            </a:r>
            <a:r>
              <a:rPr sz="1150" spc="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stations</a:t>
            </a:r>
            <a:r>
              <a:rPr sz="1150" spc="9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across</a:t>
            </a:r>
            <a:r>
              <a:rPr sz="1150" spc="1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India</a:t>
            </a:r>
            <a:r>
              <a:rPr sz="1150" spc="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under</a:t>
            </a:r>
            <a:r>
              <a:rPr sz="1150" spc="1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Phase-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II</a:t>
            </a:r>
            <a:r>
              <a:rPr sz="1150" spc="9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of</a:t>
            </a:r>
            <a:r>
              <a:rPr sz="1150" spc="10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FAME.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21" y="720598"/>
            <a:ext cx="228600" cy="184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5839" y="720598"/>
            <a:ext cx="228600" cy="1841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0382" y="4576700"/>
            <a:ext cx="117475" cy="9207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00075" y="1665287"/>
            <a:ext cx="333375" cy="342900"/>
            <a:chOff x="600075" y="1665287"/>
            <a:chExt cx="333375" cy="342900"/>
          </a:xfrm>
        </p:grpSpPr>
        <p:sp>
          <p:nvSpPr>
            <p:cNvPr id="8" name="object 8"/>
            <p:cNvSpPr/>
            <p:nvPr/>
          </p:nvSpPr>
          <p:spPr>
            <a:xfrm>
              <a:off x="604837" y="167005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282435" y="0"/>
                  </a:moveTo>
                  <a:lnTo>
                    <a:pt x="41414" y="0"/>
                  </a:lnTo>
                  <a:lnTo>
                    <a:pt x="35318" y="1270"/>
                  </a:lnTo>
                  <a:lnTo>
                    <a:pt x="1206" y="35306"/>
                  </a:lnTo>
                  <a:lnTo>
                    <a:pt x="0" y="41401"/>
                  </a:lnTo>
                  <a:lnTo>
                    <a:pt x="0" y="291973"/>
                  </a:lnTo>
                  <a:lnTo>
                    <a:pt x="23621" y="327406"/>
                  </a:lnTo>
                  <a:lnTo>
                    <a:pt x="41414" y="333375"/>
                  </a:lnTo>
                  <a:lnTo>
                    <a:pt x="282435" y="333375"/>
                  </a:lnTo>
                  <a:lnTo>
                    <a:pt x="317792" y="309753"/>
                  </a:lnTo>
                  <a:lnTo>
                    <a:pt x="323850" y="291973"/>
                  </a:lnTo>
                  <a:lnTo>
                    <a:pt x="323850" y="41401"/>
                  </a:lnTo>
                  <a:lnTo>
                    <a:pt x="300228" y="6096"/>
                  </a:lnTo>
                  <a:lnTo>
                    <a:pt x="288531" y="1270"/>
                  </a:lnTo>
                  <a:lnTo>
                    <a:pt x="28243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37" y="1670050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285623"/>
                  </a:moveTo>
                  <a:lnTo>
                    <a:pt x="0" y="47751"/>
                  </a:lnTo>
                  <a:lnTo>
                    <a:pt x="0" y="41401"/>
                  </a:lnTo>
                  <a:lnTo>
                    <a:pt x="1206" y="35306"/>
                  </a:lnTo>
                  <a:lnTo>
                    <a:pt x="3632" y="29463"/>
                  </a:lnTo>
                  <a:lnTo>
                    <a:pt x="6057" y="23622"/>
                  </a:lnTo>
                  <a:lnTo>
                    <a:pt x="9499" y="18542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276110" y="0"/>
                  </a:lnTo>
                  <a:lnTo>
                    <a:pt x="282435" y="0"/>
                  </a:lnTo>
                  <a:lnTo>
                    <a:pt x="288531" y="1270"/>
                  </a:lnTo>
                  <a:lnTo>
                    <a:pt x="294373" y="3683"/>
                  </a:lnTo>
                  <a:lnTo>
                    <a:pt x="300228" y="6096"/>
                  </a:lnTo>
                  <a:lnTo>
                    <a:pt x="320217" y="29463"/>
                  </a:lnTo>
                  <a:lnTo>
                    <a:pt x="322643" y="35306"/>
                  </a:lnTo>
                  <a:lnTo>
                    <a:pt x="323850" y="41401"/>
                  </a:lnTo>
                  <a:lnTo>
                    <a:pt x="323850" y="47751"/>
                  </a:lnTo>
                  <a:lnTo>
                    <a:pt x="323850" y="285623"/>
                  </a:lnTo>
                  <a:lnTo>
                    <a:pt x="323850" y="291973"/>
                  </a:lnTo>
                  <a:lnTo>
                    <a:pt x="322643" y="298069"/>
                  </a:lnTo>
                  <a:lnTo>
                    <a:pt x="320217" y="303911"/>
                  </a:lnTo>
                  <a:lnTo>
                    <a:pt x="317792" y="309753"/>
                  </a:lnTo>
                  <a:lnTo>
                    <a:pt x="282435" y="333375"/>
                  </a:lnTo>
                  <a:lnTo>
                    <a:pt x="276110" y="333375"/>
                  </a:lnTo>
                  <a:lnTo>
                    <a:pt x="47739" y="333375"/>
                  </a:lnTo>
                  <a:lnTo>
                    <a:pt x="41414" y="333375"/>
                  </a:lnTo>
                  <a:lnTo>
                    <a:pt x="35318" y="332232"/>
                  </a:lnTo>
                  <a:lnTo>
                    <a:pt x="3632" y="303911"/>
                  </a:lnTo>
                  <a:lnTo>
                    <a:pt x="1206" y="298069"/>
                  </a:lnTo>
                  <a:lnTo>
                    <a:pt x="0" y="291973"/>
                  </a:lnTo>
                  <a:lnTo>
                    <a:pt x="0" y="285623"/>
                  </a:lnTo>
                  <a:close/>
                </a:path>
              </a:pathLst>
            </a:custGeom>
            <a:ln w="9525">
              <a:solidFill>
                <a:srgbClr val="B7BD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00075" y="2580322"/>
            <a:ext cx="333375" cy="342900"/>
            <a:chOff x="600075" y="2580322"/>
            <a:chExt cx="333375" cy="342900"/>
          </a:xfrm>
        </p:grpSpPr>
        <p:sp>
          <p:nvSpPr>
            <p:cNvPr id="11" name="object 11"/>
            <p:cNvSpPr/>
            <p:nvPr/>
          </p:nvSpPr>
          <p:spPr>
            <a:xfrm>
              <a:off x="604837" y="258508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282435" y="0"/>
                  </a:moveTo>
                  <a:lnTo>
                    <a:pt x="41414" y="0"/>
                  </a:lnTo>
                  <a:lnTo>
                    <a:pt x="35318" y="1270"/>
                  </a:lnTo>
                  <a:lnTo>
                    <a:pt x="1206" y="35306"/>
                  </a:lnTo>
                  <a:lnTo>
                    <a:pt x="0" y="41401"/>
                  </a:lnTo>
                  <a:lnTo>
                    <a:pt x="0" y="291973"/>
                  </a:lnTo>
                  <a:lnTo>
                    <a:pt x="23621" y="327406"/>
                  </a:lnTo>
                  <a:lnTo>
                    <a:pt x="41414" y="333375"/>
                  </a:lnTo>
                  <a:lnTo>
                    <a:pt x="282435" y="333375"/>
                  </a:lnTo>
                  <a:lnTo>
                    <a:pt x="317792" y="309752"/>
                  </a:lnTo>
                  <a:lnTo>
                    <a:pt x="323850" y="291973"/>
                  </a:lnTo>
                  <a:lnTo>
                    <a:pt x="323850" y="41401"/>
                  </a:lnTo>
                  <a:lnTo>
                    <a:pt x="300228" y="6096"/>
                  </a:lnTo>
                  <a:lnTo>
                    <a:pt x="288531" y="1270"/>
                  </a:lnTo>
                  <a:lnTo>
                    <a:pt x="28243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4837" y="258508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285623"/>
                  </a:moveTo>
                  <a:lnTo>
                    <a:pt x="0" y="47751"/>
                  </a:lnTo>
                  <a:lnTo>
                    <a:pt x="0" y="41401"/>
                  </a:lnTo>
                  <a:lnTo>
                    <a:pt x="1206" y="35306"/>
                  </a:lnTo>
                  <a:lnTo>
                    <a:pt x="3632" y="29463"/>
                  </a:lnTo>
                  <a:lnTo>
                    <a:pt x="6057" y="23622"/>
                  </a:lnTo>
                  <a:lnTo>
                    <a:pt x="9499" y="18541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276110" y="0"/>
                  </a:lnTo>
                  <a:lnTo>
                    <a:pt x="282435" y="0"/>
                  </a:lnTo>
                  <a:lnTo>
                    <a:pt x="288531" y="1270"/>
                  </a:lnTo>
                  <a:lnTo>
                    <a:pt x="294373" y="3683"/>
                  </a:lnTo>
                  <a:lnTo>
                    <a:pt x="300228" y="6096"/>
                  </a:lnTo>
                  <a:lnTo>
                    <a:pt x="320217" y="29463"/>
                  </a:lnTo>
                  <a:lnTo>
                    <a:pt x="322643" y="35306"/>
                  </a:lnTo>
                  <a:lnTo>
                    <a:pt x="323850" y="41401"/>
                  </a:lnTo>
                  <a:lnTo>
                    <a:pt x="323850" y="47751"/>
                  </a:lnTo>
                  <a:lnTo>
                    <a:pt x="323850" y="285623"/>
                  </a:lnTo>
                  <a:lnTo>
                    <a:pt x="323850" y="291973"/>
                  </a:lnTo>
                  <a:lnTo>
                    <a:pt x="322643" y="298069"/>
                  </a:lnTo>
                  <a:lnTo>
                    <a:pt x="320217" y="303911"/>
                  </a:lnTo>
                  <a:lnTo>
                    <a:pt x="317792" y="309752"/>
                  </a:lnTo>
                  <a:lnTo>
                    <a:pt x="282435" y="333375"/>
                  </a:lnTo>
                  <a:lnTo>
                    <a:pt x="276110" y="333375"/>
                  </a:lnTo>
                  <a:lnTo>
                    <a:pt x="47739" y="333375"/>
                  </a:lnTo>
                  <a:lnTo>
                    <a:pt x="41414" y="333375"/>
                  </a:lnTo>
                  <a:lnTo>
                    <a:pt x="35318" y="332232"/>
                  </a:lnTo>
                  <a:lnTo>
                    <a:pt x="3632" y="303911"/>
                  </a:lnTo>
                  <a:lnTo>
                    <a:pt x="1206" y="298069"/>
                  </a:lnTo>
                  <a:lnTo>
                    <a:pt x="0" y="291973"/>
                  </a:lnTo>
                  <a:lnTo>
                    <a:pt x="0" y="285623"/>
                  </a:lnTo>
                  <a:close/>
                </a:path>
              </a:pathLst>
            </a:custGeom>
            <a:ln w="9525">
              <a:solidFill>
                <a:srgbClr val="B7BD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00075" y="3494722"/>
            <a:ext cx="333375" cy="342900"/>
            <a:chOff x="600075" y="3494722"/>
            <a:chExt cx="333375" cy="342900"/>
          </a:xfrm>
        </p:grpSpPr>
        <p:sp>
          <p:nvSpPr>
            <p:cNvPr id="14" name="object 14"/>
            <p:cNvSpPr/>
            <p:nvPr/>
          </p:nvSpPr>
          <p:spPr>
            <a:xfrm>
              <a:off x="604837" y="349948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282435" y="0"/>
                  </a:moveTo>
                  <a:lnTo>
                    <a:pt x="41414" y="0"/>
                  </a:lnTo>
                  <a:lnTo>
                    <a:pt x="35318" y="1269"/>
                  </a:lnTo>
                  <a:lnTo>
                    <a:pt x="1206" y="35306"/>
                  </a:lnTo>
                  <a:lnTo>
                    <a:pt x="0" y="41402"/>
                  </a:lnTo>
                  <a:lnTo>
                    <a:pt x="0" y="291973"/>
                  </a:lnTo>
                  <a:lnTo>
                    <a:pt x="23621" y="327406"/>
                  </a:lnTo>
                  <a:lnTo>
                    <a:pt x="41414" y="333375"/>
                  </a:lnTo>
                  <a:lnTo>
                    <a:pt x="282435" y="333375"/>
                  </a:lnTo>
                  <a:lnTo>
                    <a:pt x="317792" y="309753"/>
                  </a:lnTo>
                  <a:lnTo>
                    <a:pt x="323850" y="291973"/>
                  </a:lnTo>
                  <a:lnTo>
                    <a:pt x="323850" y="41402"/>
                  </a:lnTo>
                  <a:lnTo>
                    <a:pt x="300228" y="6096"/>
                  </a:lnTo>
                  <a:lnTo>
                    <a:pt x="288531" y="1269"/>
                  </a:lnTo>
                  <a:lnTo>
                    <a:pt x="28243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4837" y="3499485"/>
              <a:ext cx="323850" cy="333375"/>
            </a:xfrm>
            <a:custGeom>
              <a:avLst/>
              <a:gdLst/>
              <a:ahLst/>
              <a:cxnLst/>
              <a:rect l="l" t="t" r="r" b="b"/>
              <a:pathLst>
                <a:path w="323850" h="333375">
                  <a:moveTo>
                    <a:pt x="0" y="285623"/>
                  </a:moveTo>
                  <a:lnTo>
                    <a:pt x="0" y="47752"/>
                  </a:lnTo>
                  <a:lnTo>
                    <a:pt x="0" y="41402"/>
                  </a:lnTo>
                  <a:lnTo>
                    <a:pt x="1206" y="35306"/>
                  </a:lnTo>
                  <a:lnTo>
                    <a:pt x="3632" y="29463"/>
                  </a:lnTo>
                  <a:lnTo>
                    <a:pt x="6057" y="23622"/>
                  </a:lnTo>
                  <a:lnTo>
                    <a:pt x="9499" y="18542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276110" y="0"/>
                  </a:lnTo>
                  <a:lnTo>
                    <a:pt x="282435" y="0"/>
                  </a:lnTo>
                  <a:lnTo>
                    <a:pt x="288531" y="1269"/>
                  </a:lnTo>
                  <a:lnTo>
                    <a:pt x="320217" y="29463"/>
                  </a:lnTo>
                  <a:lnTo>
                    <a:pt x="322643" y="35306"/>
                  </a:lnTo>
                  <a:lnTo>
                    <a:pt x="323850" y="41402"/>
                  </a:lnTo>
                  <a:lnTo>
                    <a:pt x="323850" y="47752"/>
                  </a:lnTo>
                  <a:lnTo>
                    <a:pt x="323850" y="285623"/>
                  </a:lnTo>
                  <a:lnTo>
                    <a:pt x="323850" y="291973"/>
                  </a:lnTo>
                  <a:lnTo>
                    <a:pt x="322643" y="298069"/>
                  </a:lnTo>
                  <a:lnTo>
                    <a:pt x="320217" y="303911"/>
                  </a:lnTo>
                  <a:lnTo>
                    <a:pt x="317792" y="309753"/>
                  </a:lnTo>
                  <a:lnTo>
                    <a:pt x="282435" y="333375"/>
                  </a:lnTo>
                  <a:lnTo>
                    <a:pt x="276110" y="333375"/>
                  </a:lnTo>
                  <a:lnTo>
                    <a:pt x="47739" y="333375"/>
                  </a:lnTo>
                  <a:lnTo>
                    <a:pt x="41414" y="333375"/>
                  </a:lnTo>
                  <a:lnTo>
                    <a:pt x="35318" y="332231"/>
                  </a:lnTo>
                  <a:lnTo>
                    <a:pt x="3632" y="303911"/>
                  </a:lnTo>
                  <a:lnTo>
                    <a:pt x="1206" y="298069"/>
                  </a:lnTo>
                  <a:lnTo>
                    <a:pt x="0" y="291973"/>
                  </a:lnTo>
                  <a:lnTo>
                    <a:pt x="0" y="285623"/>
                  </a:lnTo>
                  <a:close/>
                </a:path>
              </a:pathLst>
            </a:custGeom>
            <a:ln w="9525">
              <a:solidFill>
                <a:srgbClr val="B7BD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00075" y="4418520"/>
            <a:ext cx="333375" cy="333375"/>
            <a:chOff x="600075" y="4418520"/>
            <a:chExt cx="333375" cy="333375"/>
          </a:xfrm>
        </p:grpSpPr>
        <p:sp>
          <p:nvSpPr>
            <p:cNvPr id="17" name="object 17"/>
            <p:cNvSpPr/>
            <p:nvPr/>
          </p:nvSpPr>
          <p:spPr>
            <a:xfrm>
              <a:off x="604837" y="442328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82435" y="0"/>
                  </a:moveTo>
                  <a:lnTo>
                    <a:pt x="41414" y="0"/>
                  </a:lnTo>
                  <a:lnTo>
                    <a:pt x="35318" y="1269"/>
                  </a:lnTo>
                  <a:lnTo>
                    <a:pt x="1206" y="35306"/>
                  </a:lnTo>
                  <a:lnTo>
                    <a:pt x="0" y="41401"/>
                  </a:lnTo>
                  <a:lnTo>
                    <a:pt x="0" y="282448"/>
                  </a:lnTo>
                  <a:lnTo>
                    <a:pt x="23621" y="317754"/>
                  </a:lnTo>
                  <a:lnTo>
                    <a:pt x="41414" y="323850"/>
                  </a:lnTo>
                  <a:lnTo>
                    <a:pt x="282435" y="323850"/>
                  </a:lnTo>
                  <a:lnTo>
                    <a:pt x="317792" y="300227"/>
                  </a:lnTo>
                  <a:lnTo>
                    <a:pt x="323850" y="282448"/>
                  </a:lnTo>
                  <a:lnTo>
                    <a:pt x="323850" y="41401"/>
                  </a:lnTo>
                  <a:lnTo>
                    <a:pt x="300228" y="6095"/>
                  </a:lnTo>
                  <a:lnTo>
                    <a:pt x="288531" y="1269"/>
                  </a:lnTo>
                  <a:lnTo>
                    <a:pt x="28243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837" y="4423283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276098"/>
                  </a:moveTo>
                  <a:lnTo>
                    <a:pt x="0" y="47751"/>
                  </a:lnTo>
                  <a:lnTo>
                    <a:pt x="0" y="41401"/>
                  </a:lnTo>
                  <a:lnTo>
                    <a:pt x="1206" y="35306"/>
                  </a:lnTo>
                  <a:lnTo>
                    <a:pt x="3632" y="29463"/>
                  </a:lnTo>
                  <a:lnTo>
                    <a:pt x="6057" y="23621"/>
                  </a:lnTo>
                  <a:lnTo>
                    <a:pt x="9499" y="18542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276110" y="0"/>
                  </a:lnTo>
                  <a:lnTo>
                    <a:pt x="282435" y="0"/>
                  </a:lnTo>
                  <a:lnTo>
                    <a:pt x="288531" y="1269"/>
                  </a:lnTo>
                  <a:lnTo>
                    <a:pt x="294373" y="3682"/>
                  </a:lnTo>
                  <a:lnTo>
                    <a:pt x="300228" y="6095"/>
                  </a:lnTo>
                  <a:lnTo>
                    <a:pt x="320217" y="29463"/>
                  </a:lnTo>
                  <a:lnTo>
                    <a:pt x="322643" y="35306"/>
                  </a:lnTo>
                  <a:lnTo>
                    <a:pt x="323850" y="41401"/>
                  </a:lnTo>
                  <a:lnTo>
                    <a:pt x="323850" y="47751"/>
                  </a:lnTo>
                  <a:lnTo>
                    <a:pt x="323850" y="276098"/>
                  </a:lnTo>
                  <a:lnTo>
                    <a:pt x="323850" y="282448"/>
                  </a:lnTo>
                  <a:lnTo>
                    <a:pt x="322643" y="288544"/>
                  </a:lnTo>
                  <a:lnTo>
                    <a:pt x="320217" y="294386"/>
                  </a:lnTo>
                  <a:lnTo>
                    <a:pt x="317792" y="300227"/>
                  </a:lnTo>
                  <a:lnTo>
                    <a:pt x="282435" y="323850"/>
                  </a:lnTo>
                  <a:lnTo>
                    <a:pt x="276110" y="323850"/>
                  </a:lnTo>
                  <a:lnTo>
                    <a:pt x="47739" y="323850"/>
                  </a:lnTo>
                  <a:lnTo>
                    <a:pt x="41414" y="323850"/>
                  </a:lnTo>
                  <a:lnTo>
                    <a:pt x="35318" y="322706"/>
                  </a:lnTo>
                  <a:lnTo>
                    <a:pt x="3632" y="294386"/>
                  </a:lnTo>
                  <a:lnTo>
                    <a:pt x="1206" y="288544"/>
                  </a:lnTo>
                  <a:lnTo>
                    <a:pt x="0" y="282448"/>
                  </a:lnTo>
                  <a:lnTo>
                    <a:pt x="0" y="276098"/>
                  </a:lnTo>
                  <a:close/>
                </a:path>
              </a:pathLst>
            </a:custGeom>
            <a:ln w="9525">
              <a:solidFill>
                <a:srgbClr val="B7BD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00075" y="5332806"/>
            <a:ext cx="333375" cy="333375"/>
            <a:chOff x="600075" y="5332806"/>
            <a:chExt cx="333375" cy="333375"/>
          </a:xfrm>
        </p:grpSpPr>
        <p:sp>
          <p:nvSpPr>
            <p:cNvPr id="20" name="object 20"/>
            <p:cNvSpPr/>
            <p:nvPr/>
          </p:nvSpPr>
          <p:spPr>
            <a:xfrm>
              <a:off x="604837" y="5337568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82435" y="0"/>
                  </a:moveTo>
                  <a:lnTo>
                    <a:pt x="41414" y="0"/>
                  </a:lnTo>
                  <a:lnTo>
                    <a:pt x="35318" y="1219"/>
                  </a:lnTo>
                  <a:lnTo>
                    <a:pt x="1206" y="35331"/>
                  </a:lnTo>
                  <a:lnTo>
                    <a:pt x="0" y="41414"/>
                  </a:lnTo>
                  <a:lnTo>
                    <a:pt x="0" y="282435"/>
                  </a:lnTo>
                  <a:lnTo>
                    <a:pt x="23621" y="317792"/>
                  </a:lnTo>
                  <a:lnTo>
                    <a:pt x="41414" y="323850"/>
                  </a:lnTo>
                  <a:lnTo>
                    <a:pt x="282435" y="323850"/>
                  </a:lnTo>
                  <a:lnTo>
                    <a:pt x="317792" y="300228"/>
                  </a:lnTo>
                  <a:lnTo>
                    <a:pt x="323850" y="282435"/>
                  </a:lnTo>
                  <a:lnTo>
                    <a:pt x="323850" y="41414"/>
                  </a:lnTo>
                  <a:lnTo>
                    <a:pt x="300228" y="6057"/>
                  </a:lnTo>
                  <a:lnTo>
                    <a:pt x="288531" y="1219"/>
                  </a:lnTo>
                  <a:lnTo>
                    <a:pt x="282435" y="0"/>
                  </a:lnTo>
                  <a:close/>
                </a:path>
              </a:pathLst>
            </a:custGeom>
            <a:solidFill>
              <a:srgbClr val="D2D9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4837" y="5337568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0" y="276110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06" y="35331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53" y="9512"/>
                  </a:lnTo>
                  <a:lnTo>
                    <a:pt x="23621" y="6057"/>
                  </a:lnTo>
                  <a:lnTo>
                    <a:pt x="29476" y="3632"/>
                  </a:lnTo>
                  <a:lnTo>
                    <a:pt x="35318" y="1219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276110" y="0"/>
                  </a:lnTo>
                  <a:lnTo>
                    <a:pt x="282435" y="0"/>
                  </a:lnTo>
                  <a:lnTo>
                    <a:pt x="288531" y="1219"/>
                  </a:lnTo>
                  <a:lnTo>
                    <a:pt x="320217" y="29476"/>
                  </a:lnTo>
                  <a:lnTo>
                    <a:pt x="322643" y="35331"/>
                  </a:lnTo>
                  <a:lnTo>
                    <a:pt x="323850" y="41414"/>
                  </a:lnTo>
                  <a:lnTo>
                    <a:pt x="323850" y="47752"/>
                  </a:lnTo>
                  <a:lnTo>
                    <a:pt x="323850" y="276110"/>
                  </a:lnTo>
                  <a:lnTo>
                    <a:pt x="323850" y="282435"/>
                  </a:lnTo>
                  <a:lnTo>
                    <a:pt x="322643" y="288531"/>
                  </a:lnTo>
                  <a:lnTo>
                    <a:pt x="320217" y="294373"/>
                  </a:lnTo>
                  <a:lnTo>
                    <a:pt x="317792" y="300228"/>
                  </a:lnTo>
                  <a:lnTo>
                    <a:pt x="294373" y="320217"/>
                  </a:lnTo>
                  <a:lnTo>
                    <a:pt x="288531" y="322643"/>
                  </a:lnTo>
                  <a:lnTo>
                    <a:pt x="282435" y="323850"/>
                  </a:lnTo>
                  <a:lnTo>
                    <a:pt x="276110" y="323850"/>
                  </a:lnTo>
                  <a:lnTo>
                    <a:pt x="47739" y="323850"/>
                  </a:lnTo>
                  <a:lnTo>
                    <a:pt x="41414" y="323850"/>
                  </a:lnTo>
                  <a:lnTo>
                    <a:pt x="35318" y="322643"/>
                  </a:lnTo>
                  <a:lnTo>
                    <a:pt x="29476" y="320217"/>
                  </a:lnTo>
                  <a:lnTo>
                    <a:pt x="23621" y="317792"/>
                  </a:lnTo>
                  <a:lnTo>
                    <a:pt x="3632" y="294373"/>
                  </a:lnTo>
                  <a:lnTo>
                    <a:pt x="1206" y="288531"/>
                  </a:lnTo>
                  <a:lnTo>
                    <a:pt x="0" y="282435"/>
                  </a:lnTo>
                  <a:lnTo>
                    <a:pt x="0" y="276110"/>
                  </a:lnTo>
                  <a:close/>
                </a:path>
              </a:pathLst>
            </a:custGeom>
            <a:ln w="9525">
              <a:solidFill>
                <a:srgbClr val="B7BD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282" y="2298446"/>
            <a:ext cx="10220325" cy="2200275"/>
          </a:xfrm>
          <a:custGeom>
            <a:avLst/>
            <a:gdLst/>
            <a:ahLst/>
            <a:cxnLst/>
            <a:rect l="l" t="t" r="r" b="b"/>
            <a:pathLst>
              <a:path w="10220325" h="2200275">
                <a:moveTo>
                  <a:pt x="0" y="2152523"/>
                </a:moveTo>
                <a:lnTo>
                  <a:pt x="0" y="47751"/>
                </a:lnTo>
                <a:lnTo>
                  <a:pt x="0" y="41401"/>
                </a:lnTo>
                <a:lnTo>
                  <a:pt x="1206" y="35305"/>
                </a:lnTo>
                <a:lnTo>
                  <a:pt x="3632" y="29463"/>
                </a:lnTo>
                <a:lnTo>
                  <a:pt x="6057" y="23622"/>
                </a:lnTo>
                <a:lnTo>
                  <a:pt x="9499" y="18541"/>
                </a:lnTo>
                <a:lnTo>
                  <a:pt x="41414" y="0"/>
                </a:lnTo>
                <a:lnTo>
                  <a:pt x="47739" y="0"/>
                </a:lnTo>
                <a:lnTo>
                  <a:pt x="10172636" y="0"/>
                </a:lnTo>
                <a:lnTo>
                  <a:pt x="10178859" y="0"/>
                </a:lnTo>
                <a:lnTo>
                  <a:pt x="10184955" y="1270"/>
                </a:lnTo>
                <a:lnTo>
                  <a:pt x="10190797" y="3683"/>
                </a:lnTo>
                <a:lnTo>
                  <a:pt x="10196639" y="6096"/>
                </a:lnTo>
                <a:lnTo>
                  <a:pt x="10216705" y="29463"/>
                </a:lnTo>
                <a:lnTo>
                  <a:pt x="10219118" y="35305"/>
                </a:lnTo>
                <a:lnTo>
                  <a:pt x="10220261" y="41401"/>
                </a:lnTo>
                <a:lnTo>
                  <a:pt x="10220261" y="47751"/>
                </a:lnTo>
                <a:lnTo>
                  <a:pt x="10220261" y="2152523"/>
                </a:lnTo>
                <a:lnTo>
                  <a:pt x="10220261" y="2158873"/>
                </a:lnTo>
                <a:lnTo>
                  <a:pt x="10219118" y="2164969"/>
                </a:lnTo>
                <a:lnTo>
                  <a:pt x="10216705" y="2170811"/>
                </a:lnTo>
                <a:lnTo>
                  <a:pt x="10214292" y="2176653"/>
                </a:lnTo>
                <a:lnTo>
                  <a:pt x="10178859" y="2200275"/>
                </a:lnTo>
                <a:lnTo>
                  <a:pt x="10172636" y="2200275"/>
                </a:lnTo>
                <a:lnTo>
                  <a:pt x="47739" y="2200275"/>
                </a:lnTo>
                <a:lnTo>
                  <a:pt x="41414" y="2200275"/>
                </a:lnTo>
                <a:lnTo>
                  <a:pt x="35318" y="2199132"/>
                </a:lnTo>
                <a:lnTo>
                  <a:pt x="3632" y="2170811"/>
                </a:lnTo>
                <a:lnTo>
                  <a:pt x="1206" y="2164969"/>
                </a:lnTo>
                <a:lnTo>
                  <a:pt x="0" y="2158873"/>
                </a:lnTo>
                <a:lnTo>
                  <a:pt x="0" y="21525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755" y="1534413"/>
            <a:ext cx="557847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Financial</a:t>
            </a:r>
            <a:r>
              <a:rPr spc="125" dirty="0"/>
              <a:t> </a:t>
            </a:r>
            <a:r>
              <a:rPr spc="195" dirty="0"/>
              <a:t>Comparison</a:t>
            </a:r>
            <a:r>
              <a:rPr spc="135" dirty="0"/>
              <a:t> </a:t>
            </a:r>
            <a:r>
              <a:rPr spc="204" dirty="0"/>
              <a:t>(Q1</a:t>
            </a:r>
            <a:r>
              <a:rPr spc="114" dirty="0"/>
              <a:t> </a:t>
            </a:r>
            <a:r>
              <a:rPr spc="175" dirty="0"/>
              <a:t>FY25)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4172" y="2303399"/>
          <a:ext cx="10288270" cy="219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1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0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5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Company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6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r>
                        <a:rPr sz="1150" b="1" spc="9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50" dirty="0">
                          <a:solidFill>
                            <a:srgbClr val="3E4053"/>
                          </a:solidFill>
                          <a:latin typeface="Verdana"/>
                          <a:cs typeface="Verdana"/>
                        </a:rPr>
                        <a:t>¹</a:t>
                      </a:r>
                      <a:r>
                        <a:rPr sz="1150" spc="10" dirty="0">
                          <a:solidFill>
                            <a:srgbClr val="3E405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-2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Cr)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8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Net</a:t>
                      </a:r>
                      <a:r>
                        <a:rPr sz="1150" b="1" spc="4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6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Profit</a:t>
                      </a:r>
                      <a:r>
                        <a:rPr sz="1150" b="1" spc="4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6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50" spc="60" dirty="0">
                          <a:solidFill>
                            <a:srgbClr val="3E4053"/>
                          </a:solidFill>
                          <a:latin typeface="Verdana"/>
                          <a:cs typeface="Verdana"/>
                        </a:rPr>
                        <a:t>¹</a:t>
                      </a:r>
                      <a:r>
                        <a:rPr sz="1150" spc="-40" dirty="0">
                          <a:solidFill>
                            <a:srgbClr val="3E405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3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Cr)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8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1150" b="1" spc="1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9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Cap</a:t>
                      </a:r>
                      <a:r>
                        <a:rPr sz="1150" b="1" spc="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7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50" spc="70" dirty="0">
                          <a:solidFill>
                            <a:srgbClr val="3E4053"/>
                          </a:solidFill>
                          <a:latin typeface="Verdana"/>
                          <a:cs typeface="Verdana"/>
                        </a:rPr>
                        <a:t>¹</a:t>
                      </a:r>
                      <a:r>
                        <a:rPr sz="1150" spc="-80" dirty="0">
                          <a:solidFill>
                            <a:srgbClr val="3E405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50" b="1" spc="2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Cr)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8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P/E</a:t>
                      </a:r>
                      <a:r>
                        <a:rPr sz="1150" b="1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5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Ratio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Tata</a:t>
                      </a:r>
                      <a:r>
                        <a:rPr sz="1150" spc="13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5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Motors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1,02,000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5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7,800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3,54,000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16.8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7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Mahindra</a:t>
                      </a: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1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6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Mahindra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35,000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3,534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0209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2,81,000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20.2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7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Maruti </a:t>
                      </a:r>
                      <a:r>
                        <a:rPr sz="1150" spc="6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Suzuki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35,300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2,970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3,75,000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28.5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5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Ashok</a:t>
                      </a:r>
                      <a:r>
                        <a:rPr sz="1150" spc="4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3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Leyland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11,200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582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6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64,000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17.5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87755" y="4677917"/>
            <a:ext cx="72415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Tata</a:t>
            </a:r>
            <a:r>
              <a:rPr sz="1150" spc="1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Motors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leads</a:t>
            </a:r>
            <a:r>
              <a:rPr sz="1150" spc="1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</a:t>
            </a:r>
            <a:r>
              <a:rPr sz="1150" spc="1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revenue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1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net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profit,</a:t>
            </a:r>
            <a:r>
              <a:rPr sz="1150" spc="1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while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Maruti</a:t>
            </a:r>
            <a:r>
              <a:rPr sz="1150" spc="1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Suzuki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has</a:t>
            </a:r>
            <a:r>
              <a:rPr sz="1150" spc="15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1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highest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market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capitalization.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282" y="2298446"/>
            <a:ext cx="10220325" cy="2200275"/>
          </a:xfrm>
          <a:custGeom>
            <a:avLst/>
            <a:gdLst/>
            <a:ahLst/>
            <a:cxnLst/>
            <a:rect l="l" t="t" r="r" b="b"/>
            <a:pathLst>
              <a:path w="10220325" h="2200275">
                <a:moveTo>
                  <a:pt x="0" y="2152523"/>
                </a:moveTo>
                <a:lnTo>
                  <a:pt x="0" y="47751"/>
                </a:lnTo>
                <a:lnTo>
                  <a:pt x="0" y="41401"/>
                </a:lnTo>
                <a:lnTo>
                  <a:pt x="1206" y="35305"/>
                </a:lnTo>
                <a:lnTo>
                  <a:pt x="3632" y="29463"/>
                </a:lnTo>
                <a:lnTo>
                  <a:pt x="6057" y="23622"/>
                </a:lnTo>
                <a:lnTo>
                  <a:pt x="9499" y="18541"/>
                </a:lnTo>
                <a:lnTo>
                  <a:pt x="41414" y="0"/>
                </a:lnTo>
                <a:lnTo>
                  <a:pt x="47739" y="0"/>
                </a:lnTo>
                <a:lnTo>
                  <a:pt x="10172636" y="0"/>
                </a:lnTo>
                <a:lnTo>
                  <a:pt x="10178859" y="0"/>
                </a:lnTo>
                <a:lnTo>
                  <a:pt x="10184955" y="1270"/>
                </a:lnTo>
                <a:lnTo>
                  <a:pt x="10190797" y="3683"/>
                </a:lnTo>
                <a:lnTo>
                  <a:pt x="10196639" y="6096"/>
                </a:lnTo>
                <a:lnTo>
                  <a:pt x="10216705" y="29463"/>
                </a:lnTo>
                <a:lnTo>
                  <a:pt x="10219118" y="35305"/>
                </a:lnTo>
                <a:lnTo>
                  <a:pt x="10220261" y="41401"/>
                </a:lnTo>
                <a:lnTo>
                  <a:pt x="10220261" y="47751"/>
                </a:lnTo>
                <a:lnTo>
                  <a:pt x="10220261" y="2152523"/>
                </a:lnTo>
                <a:lnTo>
                  <a:pt x="10220261" y="2158873"/>
                </a:lnTo>
                <a:lnTo>
                  <a:pt x="10219118" y="2164969"/>
                </a:lnTo>
                <a:lnTo>
                  <a:pt x="10216705" y="2170811"/>
                </a:lnTo>
                <a:lnTo>
                  <a:pt x="10214292" y="2176653"/>
                </a:lnTo>
                <a:lnTo>
                  <a:pt x="10178859" y="2200275"/>
                </a:lnTo>
                <a:lnTo>
                  <a:pt x="10172636" y="2200275"/>
                </a:lnTo>
                <a:lnTo>
                  <a:pt x="47739" y="2200275"/>
                </a:lnTo>
                <a:lnTo>
                  <a:pt x="41414" y="2200275"/>
                </a:lnTo>
                <a:lnTo>
                  <a:pt x="35318" y="2199132"/>
                </a:lnTo>
                <a:lnTo>
                  <a:pt x="3632" y="2170811"/>
                </a:lnTo>
                <a:lnTo>
                  <a:pt x="1206" y="2164969"/>
                </a:lnTo>
                <a:lnTo>
                  <a:pt x="0" y="2158873"/>
                </a:lnTo>
                <a:lnTo>
                  <a:pt x="0" y="21525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755" y="1534413"/>
            <a:ext cx="407987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Key</a:t>
            </a:r>
            <a:r>
              <a:rPr spc="-125" dirty="0"/>
              <a:t> </a:t>
            </a:r>
            <a:r>
              <a:rPr spc="235" dirty="0"/>
              <a:t>Ratios</a:t>
            </a:r>
            <a:r>
              <a:rPr spc="-105" dirty="0"/>
              <a:t> </a:t>
            </a:r>
            <a:r>
              <a:rPr spc="285" dirty="0"/>
              <a:t>and</a:t>
            </a:r>
            <a:r>
              <a:rPr spc="-114" dirty="0"/>
              <a:t> </a:t>
            </a:r>
            <a:r>
              <a:rPr spc="225" dirty="0"/>
              <a:t>Metrics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4172" y="2303399"/>
          <a:ext cx="10287000" cy="219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5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5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Company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ROA</a:t>
                      </a:r>
                      <a:r>
                        <a:rPr sz="1150" b="1" spc="12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-2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(%)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39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8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P/S</a:t>
                      </a:r>
                      <a:r>
                        <a:rPr sz="1150" b="1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5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Ratio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b="1" spc="8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Debt</a:t>
                      </a:r>
                      <a:r>
                        <a:rPr sz="1150" b="1" spc="2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7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150" b="1" spc="40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50" b="1" spc="55" dirty="0">
                          <a:solidFill>
                            <a:srgbClr val="3E4053"/>
                          </a:solidFill>
                          <a:latin typeface="Arial"/>
                          <a:cs typeface="Arial"/>
                        </a:rPr>
                        <a:t>Equity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Tata</a:t>
                      </a:r>
                      <a:r>
                        <a:rPr sz="1150" spc="13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5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Motors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4.8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9639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0.65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0.85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7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Mahindra</a:t>
                      </a: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1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sz="1150" spc="-1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6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Mahindra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5.9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266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1.10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150" spc="4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0.30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76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7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Maruti </a:t>
                      </a:r>
                      <a:r>
                        <a:rPr sz="1150" spc="6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Suzuki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6.3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9639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2.40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0.10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5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Ashok</a:t>
                      </a:r>
                      <a:r>
                        <a:rPr sz="1150" spc="4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150" spc="3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Leyland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-25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5.2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393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4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0.70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150" spc="40" dirty="0">
                          <a:solidFill>
                            <a:srgbClr val="3E4053"/>
                          </a:solidFill>
                          <a:latin typeface="Microsoft Sans Serif"/>
                          <a:cs typeface="Microsoft Sans Serif"/>
                        </a:rPr>
                        <a:t>0.48</a:t>
                      </a:r>
                      <a:endParaRPr sz="1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112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87755" y="4677917"/>
            <a:ext cx="920305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Maruti</a:t>
            </a:r>
            <a:r>
              <a:rPr sz="1150" spc="9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Suzuki</a:t>
            </a:r>
            <a:r>
              <a:rPr sz="1150" spc="1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demonstrates</a:t>
            </a:r>
            <a:r>
              <a:rPr sz="1150" spc="1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asset-light</a:t>
            </a:r>
            <a:r>
              <a:rPr sz="1150" spc="114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operations</a:t>
            </a:r>
            <a:r>
              <a:rPr sz="1150" spc="1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with</a:t>
            </a:r>
            <a:r>
              <a:rPr sz="1150" spc="9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low</a:t>
            </a:r>
            <a:r>
              <a:rPr sz="1150" spc="1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debt,</a:t>
            </a:r>
            <a:r>
              <a:rPr sz="1150" spc="1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while</a:t>
            </a:r>
            <a:r>
              <a:rPr sz="1150" spc="1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Tata</a:t>
            </a:r>
            <a:r>
              <a:rPr sz="1150" spc="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Motors</a:t>
            </a:r>
            <a:r>
              <a:rPr sz="1150" spc="114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has</a:t>
            </a:r>
            <a:r>
              <a:rPr sz="1150" spc="10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higher</a:t>
            </a:r>
            <a:r>
              <a:rPr sz="1150" spc="1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leverage</a:t>
            </a:r>
            <a:r>
              <a:rPr sz="1150" spc="1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due</a:t>
            </a:r>
            <a:r>
              <a:rPr sz="1150" spc="1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to</a:t>
            </a:r>
            <a:r>
              <a:rPr sz="1150" spc="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JLR</a:t>
            </a:r>
            <a:r>
              <a:rPr sz="1150" spc="1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114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1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capex.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EV</a:t>
            </a:r>
            <a:r>
              <a:rPr spc="-5" dirty="0"/>
              <a:t> </a:t>
            </a:r>
            <a:r>
              <a:rPr spc="235" dirty="0"/>
              <a:t>Strategy</a:t>
            </a:r>
            <a:r>
              <a:rPr spc="15" dirty="0"/>
              <a:t> </a:t>
            </a:r>
            <a:r>
              <a:rPr spc="254" dirty="0"/>
              <a:t>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231" y="2782951"/>
            <a:ext cx="105156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65" dirty="0">
                <a:solidFill>
                  <a:srgbClr val="1B1B25"/>
                </a:solidFill>
                <a:latin typeface="Calibri"/>
                <a:cs typeface="Calibri"/>
              </a:rPr>
              <a:t>Tata</a:t>
            </a:r>
            <a:r>
              <a:rPr sz="1450" spc="-55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80" dirty="0">
                <a:solidFill>
                  <a:srgbClr val="1B1B25"/>
                </a:solidFill>
                <a:latin typeface="Calibri"/>
                <a:cs typeface="Calibri"/>
              </a:rPr>
              <a:t>Motors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755" y="3100502"/>
            <a:ext cx="112776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95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Nexon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EV,</a:t>
            </a:r>
            <a:r>
              <a:rPr sz="1150" spc="-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Tiago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EV,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Curvv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EV,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Avinya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(future).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Leads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EV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execution.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2970" y="2782951"/>
            <a:ext cx="89281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20" dirty="0">
                <a:solidFill>
                  <a:srgbClr val="1B1B25"/>
                </a:solidFill>
                <a:latin typeface="Calibri"/>
                <a:cs typeface="Calibri"/>
              </a:rPr>
              <a:t>Mahindra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2970" y="3091358"/>
            <a:ext cx="1021715" cy="12357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XUV400,</a:t>
            </a:r>
            <a:r>
              <a:rPr sz="1150" spc="3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Born</a:t>
            </a:r>
            <a:endParaRPr sz="1150">
              <a:latin typeface="Microsoft Sans Serif"/>
              <a:cs typeface="Microsoft Sans Serif"/>
            </a:endParaRPr>
          </a:p>
          <a:p>
            <a:pPr marL="12700" marR="53975">
              <a:lnSpc>
                <a:spcPct val="135700"/>
              </a:lnSpc>
              <a:spcBef>
                <a:spcPts val="80"/>
              </a:spcBef>
            </a:pP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Electric Platform.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Catching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up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with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Born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EV.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9834" y="2766492"/>
            <a:ext cx="638810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00"/>
              </a:spcBef>
            </a:pPr>
            <a:r>
              <a:rPr sz="1450" spc="110" dirty="0">
                <a:solidFill>
                  <a:srgbClr val="1B1B25"/>
                </a:solidFill>
                <a:latin typeface="Calibri"/>
                <a:cs typeface="Calibri"/>
              </a:rPr>
              <a:t>Maruti </a:t>
            </a:r>
            <a:r>
              <a:rPr sz="1450" spc="165" dirty="0">
                <a:solidFill>
                  <a:srgbClr val="1B1B25"/>
                </a:solidFill>
                <a:latin typeface="Calibri"/>
                <a:cs typeface="Calibri"/>
              </a:rPr>
              <a:t>Suzuki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59834" y="3339769"/>
            <a:ext cx="1209675" cy="73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95"/>
              </a:spcBef>
            </a:pP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Launching</a:t>
            </a:r>
            <a:r>
              <a:rPr sz="1150" spc="7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eVX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2025,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focus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on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hybrids.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7842" y="2766492"/>
            <a:ext cx="70802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00"/>
              </a:spcBef>
            </a:pPr>
            <a:r>
              <a:rPr sz="1450" spc="150" dirty="0">
                <a:solidFill>
                  <a:srgbClr val="1B1B25"/>
                </a:solidFill>
                <a:latin typeface="Calibri"/>
                <a:cs typeface="Calibri"/>
              </a:rPr>
              <a:t>Ashok </a:t>
            </a:r>
            <a:r>
              <a:rPr sz="1450" spc="95" dirty="0">
                <a:solidFill>
                  <a:srgbClr val="1B1B25"/>
                </a:solidFill>
                <a:latin typeface="Calibri"/>
                <a:cs typeface="Calibri"/>
              </a:rPr>
              <a:t>Leyland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9366" y="3339769"/>
            <a:ext cx="1116965" cy="73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5700"/>
              </a:lnSpc>
              <a:spcBef>
                <a:spcPts val="95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Electric</a:t>
            </a:r>
            <a:r>
              <a:rPr sz="1150" spc="210" dirty="0">
                <a:solidFill>
                  <a:srgbClr val="3E4053"/>
                </a:solidFill>
                <a:latin typeface="Microsoft Sans Serif"/>
                <a:cs typeface="Microsoft Sans Serif"/>
              </a:rPr>
              <a:t> 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buses,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LCVs,</a:t>
            </a:r>
            <a:r>
              <a:rPr sz="1150" spc="125" dirty="0">
                <a:solidFill>
                  <a:srgbClr val="3E4053"/>
                </a:solidFill>
                <a:latin typeface="Microsoft Sans Serif"/>
                <a:cs typeface="Microsoft Sans Serif"/>
              </a:rPr>
              <a:t> 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battery-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swapping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tech.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559" y="0"/>
            <a:ext cx="4282440" cy="64382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1821307"/>
            <a:ext cx="61341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9100" algn="l"/>
                <a:tab pos="3235960" algn="l"/>
                <a:tab pos="3578860" algn="l"/>
                <a:tab pos="4781550" algn="l"/>
              </a:tabLst>
            </a:pPr>
            <a:r>
              <a:rPr spc="155" dirty="0"/>
              <a:t>Financial</a:t>
            </a:r>
            <a:r>
              <a:rPr dirty="0"/>
              <a:t>	</a:t>
            </a:r>
            <a:r>
              <a:rPr spc="160" dirty="0"/>
              <a:t>Analysis</a:t>
            </a:r>
            <a:r>
              <a:rPr dirty="0"/>
              <a:t>	</a:t>
            </a:r>
            <a:r>
              <a:rPr spc="85" dirty="0"/>
              <a:t>3</a:t>
            </a:r>
            <a:r>
              <a:rPr dirty="0"/>
              <a:t>	</a:t>
            </a:r>
            <a:r>
              <a:rPr spc="195" dirty="0"/>
              <a:t>Ashok</a:t>
            </a:r>
            <a:r>
              <a:rPr dirty="0"/>
              <a:t>	</a:t>
            </a:r>
            <a:r>
              <a:rPr spc="165" dirty="0"/>
              <a:t>Leyland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755" y="2650363"/>
            <a:ext cx="2737485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60" dirty="0">
                <a:solidFill>
                  <a:srgbClr val="1B1B25"/>
                </a:solidFill>
                <a:latin typeface="Calibri"/>
                <a:cs typeface="Calibri"/>
              </a:rPr>
              <a:t>Performance</a:t>
            </a:r>
            <a:r>
              <a:rPr sz="1450" spc="110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65" dirty="0">
                <a:solidFill>
                  <a:srgbClr val="1B1B25"/>
                </a:solidFill>
                <a:latin typeface="Calibri"/>
                <a:cs typeface="Calibri"/>
              </a:rPr>
              <a:t>(Q1</a:t>
            </a:r>
            <a:r>
              <a:rPr sz="1450" spc="90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B1B25"/>
                </a:solidFill>
                <a:latin typeface="Calibri"/>
                <a:cs typeface="Calibri"/>
              </a:rPr>
              <a:t>FY25)</a:t>
            </a:r>
            <a:endParaRPr sz="145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1330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Revenue: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9,517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</a:t>
            </a:r>
            <a:endParaRPr sz="1150">
              <a:latin typeface="Microsoft Sans Serif"/>
              <a:cs typeface="Microsoft Sans Serif"/>
            </a:endParaRPr>
          </a:p>
          <a:p>
            <a:pPr marL="251460" marR="5080">
              <a:lnSpc>
                <a:spcPts val="2350"/>
              </a:lnSpc>
              <a:spcBef>
                <a:spcPts val="150"/>
              </a:spcBef>
            </a:pP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Net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Profit: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576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(</a:t>
            </a:r>
            <a:r>
              <a:rPr sz="1300" spc="65" dirty="0">
                <a:solidFill>
                  <a:srgbClr val="3E4053"/>
                </a:solidFill>
                <a:latin typeface="SimSun"/>
                <a:cs typeface="SimSun"/>
              </a:rPr>
              <a:t>±</a:t>
            </a:r>
            <a:r>
              <a:rPr sz="1300" spc="-260" dirty="0">
                <a:solidFill>
                  <a:srgbClr val="3E4053"/>
                </a:solidFill>
                <a:latin typeface="SimSun"/>
                <a:cs typeface="SimSun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25%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YoY)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Operating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Margin: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~8.6%</a:t>
            </a:r>
            <a:endParaRPr sz="1150">
              <a:latin typeface="Microsoft Sans Serif"/>
              <a:cs typeface="Microsoft Sans Serif"/>
            </a:endParaRPr>
          </a:p>
          <a:p>
            <a:pPr marL="251460">
              <a:lnSpc>
                <a:spcPct val="100000"/>
              </a:lnSpc>
              <a:spcBef>
                <a:spcPts val="700"/>
              </a:spcBef>
            </a:pP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Market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Cap:</a:t>
            </a:r>
            <a:r>
              <a:rPr sz="1150" spc="-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56,000+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4959" y="2650363"/>
            <a:ext cx="4848860" cy="189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10" dirty="0">
                <a:solidFill>
                  <a:srgbClr val="1B1B25"/>
                </a:solidFill>
                <a:latin typeface="Calibri"/>
                <a:cs typeface="Calibri"/>
              </a:rPr>
              <a:t>Strategy</a:t>
            </a:r>
            <a:r>
              <a:rPr sz="1450" spc="-15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1B1B25"/>
                </a:solidFill>
                <a:latin typeface="Calibri"/>
                <a:cs typeface="Calibri"/>
              </a:rPr>
              <a:t>C</a:t>
            </a:r>
            <a:r>
              <a:rPr sz="1450" spc="-10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100" dirty="0">
                <a:solidFill>
                  <a:srgbClr val="1B1B25"/>
                </a:solidFill>
                <a:latin typeface="Calibri"/>
                <a:cs typeface="Calibri"/>
              </a:rPr>
              <a:t>Challenges</a:t>
            </a:r>
            <a:endParaRPr sz="1450">
              <a:latin typeface="Calibri"/>
              <a:cs typeface="Calibri"/>
            </a:endParaRPr>
          </a:p>
          <a:p>
            <a:pPr marL="251460" marR="5080">
              <a:lnSpc>
                <a:spcPct val="135800"/>
              </a:lnSpc>
              <a:spcBef>
                <a:spcPts val="840"/>
              </a:spcBef>
            </a:pP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 Strategy: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Subsidiary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Switch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 Mobility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focuses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on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buses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and 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LCVs.</a:t>
            </a:r>
            <a:endParaRPr sz="1150">
              <a:latin typeface="Microsoft Sans Serif"/>
              <a:cs typeface="Microsoft Sans Serif"/>
            </a:endParaRPr>
          </a:p>
          <a:p>
            <a:pPr marL="251460" marR="123189">
              <a:lnSpc>
                <a:spcPct val="136500"/>
              </a:lnSpc>
              <a:spcBef>
                <a:spcPts val="430"/>
              </a:spcBef>
            </a:pP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Future</a:t>
            </a:r>
            <a:r>
              <a:rPr sz="1150" spc="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Plans: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Launch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new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electric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buses,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double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capacity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5" dirty="0">
                <a:solidFill>
                  <a:srgbClr val="3E4053"/>
                </a:solidFill>
                <a:latin typeface="Microsoft Sans Serif"/>
                <a:cs typeface="Microsoft Sans Serif"/>
              </a:rPr>
              <a:t>by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2026,</a:t>
            </a:r>
            <a:r>
              <a:rPr sz="1150" spc="17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export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expansion.</a:t>
            </a:r>
            <a:endParaRPr sz="1150">
              <a:latin typeface="Microsoft Sans Serif"/>
              <a:cs typeface="Microsoft Sans Serif"/>
            </a:endParaRPr>
          </a:p>
          <a:p>
            <a:pPr marL="251460" marR="238760">
              <a:lnSpc>
                <a:spcPct val="141700"/>
              </a:lnSpc>
              <a:spcBef>
                <a:spcPts val="290"/>
              </a:spcBef>
            </a:pP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Challenges: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High</a:t>
            </a:r>
            <a:r>
              <a:rPr sz="1150" spc="1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competition,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rising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input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costs,</a:t>
            </a:r>
            <a:r>
              <a:rPr sz="1150" spc="16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supply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chain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disruptions.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3141472"/>
            <a:ext cx="38100" cy="38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3428747"/>
            <a:ext cx="38100" cy="380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3726180"/>
            <a:ext cx="38100" cy="38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4021075"/>
            <a:ext cx="38100" cy="380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2965" y="3141345"/>
            <a:ext cx="38100" cy="38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2965" y="3673855"/>
            <a:ext cx="38100" cy="381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2965" y="4197351"/>
            <a:ext cx="38100" cy="380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Financial</a:t>
            </a:r>
            <a:r>
              <a:rPr spc="270" dirty="0"/>
              <a:t> </a:t>
            </a:r>
            <a:r>
              <a:rPr spc="170" dirty="0"/>
              <a:t>Analysis</a:t>
            </a:r>
            <a:r>
              <a:rPr spc="300" dirty="0"/>
              <a:t> </a:t>
            </a:r>
            <a:r>
              <a:rPr spc="135" dirty="0"/>
              <a:t>3</a:t>
            </a:r>
            <a:r>
              <a:rPr spc="265" dirty="0"/>
              <a:t> </a:t>
            </a:r>
            <a:r>
              <a:rPr spc="204" dirty="0"/>
              <a:t>Toyota</a:t>
            </a:r>
            <a:r>
              <a:rPr spc="290" dirty="0"/>
              <a:t> </a:t>
            </a:r>
            <a:r>
              <a:rPr spc="145" dirty="0"/>
              <a:t>Kirloskar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755" y="2773807"/>
            <a:ext cx="17748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90" dirty="0">
                <a:solidFill>
                  <a:srgbClr val="1B1B25"/>
                </a:solidFill>
                <a:latin typeface="Calibri"/>
                <a:cs typeface="Calibri"/>
              </a:rPr>
              <a:t>Performance</a:t>
            </a:r>
            <a:r>
              <a:rPr sz="1450" spc="145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125" dirty="0">
                <a:solidFill>
                  <a:srgbClr val="1B1B25"/>
                </a:solidFill>
                <a:latin typeface="Calibri"/>
                <a:cs typeface="Calibri"/>
              </a:rPr>
              <a:t>(FY24)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4959" y="2773807"/>
            <a:ext cx="139636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10" dirty="0">
                <a:solidFill>
                  <a:srgbClr val="1B1B25"/>
                </a:solidFill>
                <a:latin typeface="Calibri"/>
                <a:cs typeface="Calibri"/>
              </a:rPr>
              <a:t>Strategy</a:t>
            </a:r>
            <a:r>
              <a:rPr sz="1450" spc="-15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1B1B25"/>
                </a:solidFill>
                <a:latin typeface="Calibri"/>
                <a:cs typeface="Calibri"/>
              </a:rPr>
              <a:t>C</a:t>
            </a:r>
            <a:r>
              <a:rPr sz="1450" spc="-10" dirty="0">
                <a:solidFill>
                  <a:srgbClr val="1B1B25"/>
                </a:solidFill>
                <a:latin typeface="Calibri"/>
                <a:cs typeface="Calibri"/>
              </a:rPr>
              <a:t> </a:t>
            </a:r>
            <a:r>
              <a:rPr sz="1450" spc="85" dirty="0">
                <a:solidFill>
                  <a:srgbClr val="1B1B25"/>
                </a:solidFill>
                <a:latin typeface="Calibri"/>
                <a:cs typeface="Calibri"/>
              </a:rPr>
              <a:t>Risks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024" y="3155061"/>
            <a:ext cx="445071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Ownership: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Joint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venture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of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Toyota</a:t>
            </a:r>
            <a:r>
              <a:rPr sz="1150" spc="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Japan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and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Kirloskar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0" dirty="0">
                <a:solidFill>
                  <a:srgbClr val="3E4053"/>
                </a:solidFill>
                <a:latin typeface="Microsoft Sans Serif"/>
                <a:cs typeface="Microsoft Sans Serif"/>
              </a:rPr>
              <a:t>Group.</a:t>
            </a:r>
            <a:endParaRPr sz="1150">
              <a:latin typeface="Microsoft Sans Serif"/>
              <a:cs typeface="Microsoft Sans Serif"/>
            </a:endParaRPr>
          </a:p>
          <a:p>
            <a:pPr marL="12700" marR="1954530">
              <a:lnSpc>
                <a:spcPct val="166100"/>
              </a:lnSpc>
              <a:spcBef>
                <a:spcPts val="35"/>
              </a:spcBef>
            </a:pP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Revenue: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 Estimated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49,600</a:t>
            </a:r>
            <a:r>
              <a:rPr sz="1150" spc="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Net</a:t>
            </a:r>
            <a:r>
              <a:rPr sz="1150" spc="10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Profit:</a:t>
            </a:r>
            <a:r>
              <a:rPr sz="1150" spc="1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Verdana"/>
                <a:cs typeface="Verdana"/>
              </a:rPr>
              <a:t>¹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2,370</a:t>
            </a:r>
            <a:r>
              <a:rPr sz="1150" spc="1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crore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Market</a:t>
            </a:r>
            <a:r>
              <a:rPr sz="1150" spc="2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Position:</a:t>
            </a:r>
            <a:r>
              <a:rPr sz="1150" spc="229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4th</a:t>
            </a:r>
            <a:r>
              <a:rPr sz="1150" spc="20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largest</a:t>
            </a:r>
            <a:r>
              <a:rPr sz="1150" spc="2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PV</a:t>
            </a:r>
            <a:r>
              <a:rPr sz="1150" spc="2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manufacturer</a:t>
            </a:r>
            <a:r>
              <a:rPr sz="1150" spc="2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</a:t>
            </a:r>
            <a:r>
              <a:rPr sz="1150" spc="204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India.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4227" y="3094405"/>
            <a:ext cx="4499610" cy="1327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9855">
              <a:lnSpc>
                <a:spcPct val="135700"/>
              </a:lnSpc>
              <a:spcBef>
                <a:spcPts val="95"/>
              </a:spcBef>
            </a:pP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EV</a:t>
            </a:r>
            <a:r>
              <a:rPr sz="1150" spc="1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Strategy:</a:t>
            </a:r>
            <a:r>
              <a:rPr sz="1150" spc="18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Focus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3E4053"/>
                </a:solidFill>
                <a:latin typeface="Microsoft Sans Serif"/>
                <a:cs typeface="Microsoft Sans Serif"/>
              </a:rPr>
              <a:t>on</a:t>
            </a:r>
            <a:r>
              <a:rPr sz="1150" spc="1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self-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charging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hybrids,</a:t>
            </a:r>
            <a:r>
              <a:rPr sz="1150" spc="1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localized</a:t>
            </a:r>
            <a:r>
              <a:rPr sz="1150" spc="1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battery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production,</a:t>
            </a:r>
            <a:r>
              <a:rPr sz="1150" spc="1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Flex</a:t>
            </a:r>
            <a:r>
              <a:rPr sz="1150" spc="12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Fuel</a:t>
            </a:r>
            <a:r>
              <a:rPr sz="1150" spc="13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Hybrid</a:t>
            </a:r>
            <a:r>
              <a:rPr sz="1150" spc="10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in</a:t>
            </a:r>
            <a:r>
              <a:rPr sz="1150" spc="1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2025.</a:t>
            </a:r>
            <a:endParaRPr sz="1150">
              <a:latin typeface="Microsoft Sans Serif"/>
              <a:cs typeface="Microsoft Sans Serif"/>
            </a:endParaRPr>
          </a:p>
          <a:p>
            <a:pPr marL="12700" marR="131445">
              <a:lnSpc>
                <a:spcPct val="136500"/>
              </a:lnSpc>
              <a:spcBef>
                <a:spcPts val="425"/>
              </a:spcBef>
            </a:pP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Future</a:t>
            </a:r>
            <a:r>
              <a:rPr sz="1150" spc="1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Outlook: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Increase</a:t>
            </a:r>
            <a:r>
              <a:rPr sz="1150" spc="1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localization</a:t>
            </a:r>
            <a:r>
              <a:rPr sz="1150" spc="1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to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75%,</a:t>
            </a:r>
            <a:r>
              <a:rPr sz="1150" spc="15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20" dirty="0">
                <a:solidFill>
                  <a:srgbClr val="3E4053"/>
                </a:solidFill>
                <a:latin typeface="Microsoft Sans Serif"/>
                <a:cs typeface="Microsoft Sans Serif"/>
              </a:rPr>
              <a:t>collaborate</a:t>
            </a:r>
            <a:r>
              <a:rPr sz="1150" spc="1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30" dirty="0">
                <a:solidFill>
                  <a:srgbClr val="3E4053"/>
                </a:solidFill>
                <a:latin typeface="Microsoft Sans Serif"/>
                <a:cs typeface="Microsoft Sans Serif"/>
              </a:rPr>
              <a:t>with </a:t>
            </a:r>
            <a:r>
              <a:rPr sz="1150" spc="80" dirty="0">
                <a:solidFill>
                  <a:srgbClr val="3E4053"/>
                </a:solidFill>
                <a:latin typeface="Microsoft Sans Serif"/>
                <a:cs typeface="Microsoft Sans Serif"/>
              </a:rPr>
              <a:t>Suzuki</a:t>
            </a:r>
            <a:r>
              <a:rPr sz="1150" spc="-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for</a:t>
            </a:r>
            <a:r>
              <a:rPr sz="1150" spc="-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3E4053"/>
                </a:solidFill>
                <a:latin typeface="Microsoft Sans Serif"/>
                <a:cs typeface="Microsoft Sans Serif"/>
              </a:rPr>
              <a:t>small</a:t>
            </a:r>
            <a:r>
              <a:rPr sz="1150" spc="-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85" dirty="0">
                <a:solidFill>
                  <a:srgbClr val="3E4053"/>
                </a:solidFill>
                <a:latin typeface="Microsoft Sans Serif"/>
                <a:cs typeface="Microsoft Sans Serif"/>
              </a:rPr>
              <a:t>EVs,</a:t>
            </a:r>
            <a:r>
              <a:rPr sz="1150" spc="-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3E4053"/>
                </a:solidFill>
                <a:latin typeface="Microsoft Sans Serif"/>
                <a:cs typeface="Microsoft Sans Serif"/>
              </a:rPr>
              <a:t>export</a:t>
            </a:r>
            <a:r>
              <a:rPr sz="1150" spc="-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80" dirty="0">
                <a:solidFill>
                  <a:srgbClr val="3E4053"/>
                </a:solidFill>
                <a:latin typeface="Microsoft Sans Serif"/>
                <a:cs typeface="Microsoft Sans Serif"/>
              </a:rPr>
              <a:t>base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for</a:t>
            </a:r>
            <a:r>
              <a:rPr sz="1150" spc="-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hybrids.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Risks:</a:t>
            </a:r>
            <a:r>
              <a:rPr sz="1150" spc="2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High</a:t>
            </a:r>
            <a:r>
              <a:rPr sz="1150" spc="204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pricing</a:t>
            </a:r>
            <a:r>
              <a:rPr sz="1150" spc="2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of</a:t>
            </a:r>
            <a:r>
              <a:rPr sz="1150" spc="24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hybrid</a:t>
            </a:r>
            <a:r>
              <a:rPr sz="1150" spc="2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variants,</a:t>
            </a:r>
            <a:r>
              <a:rPr sz="1150" spc="23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market</a:t>
            </a:r>
            <a:r>
              <a:rPr sz="1150" spc="22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shift</a:t>
            </a:r>
            <a:r>
              <a:rPr sz="1150" spc="21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10" dirty="0">
                <a:solidFill>
                  <a:srgbClr val="3E4053"/>
                </a:solidFill>
                <a:latin typeface="Microsoft Sans Serif"/>
                <a:cs typeface="Microsoft Sans Serif"/>
              </a:rPr>
              <a:t>to</a:t>
            </a:r>
            <a:r>
              <a:rPr sz="1150" spc="204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pure</a:t>
            </a:r>
            <a:r>
              <a:rPr sz="1150" spc="21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E4053"/>
                </a:solidFill>
                <a:latin typeface="Microsoft Sans Serif"/>
                <a:cs typeface="Microsoft Sans Serif"/>
              </a:rPr>
              <a:t>EVs.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8175" y="32558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6" y="508"/>
                </a:lnTo>
                <a:lnTo>
                  <a:pt x="0" y="16510"/>
                </a:lnTo>
                <a:lnTo>
                  <a:pt x="0" y="21590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90"/>
                </a:lnTo>
                <a:lnTo>
                  <a:pt x="38100" y="16510"/>
                </a:lnTo>
                <a:lnTo>
                  <a:pt x="24003" y="508"/>
                </a:lnTo>
                <a:lnTo>
                  <a:pt x="21577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8175" y="35511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6" y="508"/>
                </a:lnTo>
                <a:lnTo>
                  <a:pt x="0" y="16510"/>
                </a:lnTo>
                <a:lnTo>
                  <a:pt x="0" y="21590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90"/>
                </a:lnTo>
                <a:lnTo>
                  <a:pt x="38100" y="16510"/>
                </a:lnTo>
                <a:lnTo>
                  <a:pt x="24003" y="508"/>
                </a:lnTo>
                <a:lnTo>
                  <a:pt x="21577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8175" y="384543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6" y="381"/>
                </a:lnTo>
                <a:lnTo>
                  <a:pt x="0" y="16510"/>
                </a:lnTo>
                <a:lnTo>
                  <a:pt x="0" y="21462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462"/>
                </a:lnTo>
                <a:lnTo>
                  <a:pt x="38100" y="16510"/>
                </a:lnTo>
                <a:lnTo>
                  <a:pt x="24003" y="381"/>
                </a:lnTo>
                <a:lnTo>
                  <a:pt x="21577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8175" y="4131183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6" y="381"/>
                </a:lnTo>
                <a:lnTo>
                  <a:pt x="0" y="16510"/>
                </a:lnTo>
                <a:lnTo>
                  <a:pt x="0" y="21589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89"/>
                </a:lnTo>
                <a:lnTo>
                  <a:pt x="38100" y="16510"/>
                </a:lnTo>
                <a:lnTo>
                  <a:pt x="24003" y="381"/>
                </a:lnTo>
                <a:lnTo>
                  <a:pt x="21577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43600" y="325564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89" y="0"/>
                </a:moveTo>
                <a:lnTo>
                  <a:pt x="16510" y="0"/>
                </a:lnTo>
                <a:lnTo>
                  <a:pt x="14097" y="381"/>
                </a:lnTo>
                <a:lnTo>
                  <a:pt x="0" y="16509"/>
                </a:lnTo>
                <a:lnTo>
                  <a:pt x="0" y="21462"/>
                </a:lnTo>
                <a:lnTo>
                  <a:pt x="16510" y="38100"/>
                </a:lnTo>
                <a:lnTo>
                  <a:pt x="21589" y="38100"/>
                </a:lnTo>
                <a:lnTo>
                  <a:pt x="38100" y="21462"/>
                </a:lnTo>
                <a:lnTo>
                  <a:pt x="38100" y="16509"/>
                </a:lnTo>
                <a:lnTo>
                  <a:pt x="24002" y="381"/>
                </a:lnTo>
                <a:lnTo>
                  <a:pt x="21589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43600" y="37884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89" y="0"/>
                </a:moveTo>
                <a:lnTo>
                  <a:pt x="16510" y="0"/>
                </a:lnTo>
                <a:lnTo>
                  <a:pt x="14097" y="381"/>
                </a:lnTo>
                <a:lnTo>
                  <a:pt x="0" y="16510"/>
                </a:lnTo>
                <a:lnTo>
                  <a:pt x="0" y="21462"/>
                </a:lnTo>
                <a:lnTo>
                  <a:pt x="16510" y="38100"/>
                </a:lnTo>
                <a:lnTo>
                  <a:pt x="21589" y="38100"/>
                </a:lnTo>
                <a:lnTo>
                  <a:pt x="38100" y="21462"/>
                </a:lnTo>
                <a:lnTo>
                  <a:pt x="38100" y="16510"/>
                </a:lnTo>
                <a:lnTo>
                  <a:pt x="24002" y="381"/>
                </a:lnTo>
                <a:lnTo>
                  <a:pt x="21589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3600" y="432079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89" y="0"/>
                </a:moveTo>
                <a:lnTo>
                  <a:pt x="16510" y="0"/>
                </a:lnTo>
                <a:lnTo>
                  <a:pt x="14097" y="381"/>
                </a:lnTo>
                <a:lnTo>
                  <a:pt x="0" y="16509"/>
                </a:lnTo>
                <a:lnTo>
                  <a:pt x="0" y="21589"/>
                </a:lnTo>
                <a:lnTo>
                  <a:pt x="16510" y="38100"/>
                </a:lnTo>
                <a:lnTo>
                  <a:pt x="21589" y="38100"/>
                </a:lnTo>
                <a:lnTo>
                  <a:pt x="38100" y="21589"/>
                </a:lnTo>
                <a:lnTo>
                  <a:pt x="38100" y="16509"/>
                </a:lnTo>
                <a:lnTo>
                  <a:pt x="24002" y="381"/>
                </a:lnTo>
                <a:lnTo>
                  <a:pt x="21589" y="0"/>
                </a:lnTo>
                <a:close/>
              </a:path>
            </a:pathLst>
          </a:custGeom>
          <a:solidFill>
            <a:srgbClr val="3E405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1325626"/>
            <a:ext cx="7277734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Conclusion</a:t>
            </a:r>
            <a:r>
              <a:rPr spc="245" dirty="0"/>
              <a:t> </a:t>
            </a:r>
            <a:r>
              <a:rPr spc="220" dirty="0"/>
              <a:t>C</a:t>
            </a:r>
            <a:r>
              <a:rPr spc="235" dirty="0"/>
              <a:t> </a:t>
            </a:r>
            <a:r>
              <a:rPr spc="215" dirty="0"/>
              <a:t>Recommendation</a:t>
            </a:r>
            <a:r>
              <a:rPr spc="254" dirty="0"/>
              <a:t> </a:t>
            </a:r>
            <a:r>
              <a:rPr spc="21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755" y="2088007"/>
            <a:ext cx="5438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The</a:t>
            </a:r>
            <a:r>
              <a:rPr sz="1150" spc="26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Indian</a:t>
            </a:r>
            <a:r>
              <a:rPr sz="1150" spc="2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0" dirty="0">
                <a:solidFill>
                  <a:srgbClr val="3E4053"/>
                </a:solidFill>
                <a:latin typeface="Microsoft Sans Serif"/>
                <a:cs typeface="Microsoft Sans Serif"/>
              </a:rPr>
              <a:t>automobile</a:t>
            </a:r>
            <a:r>
              <a:rPr sz="1150" spc="27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industry</a:t>
            </a:r>
            <a:r>
              <a:rPr sz="1150" spc="29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is</a:t>
            </a:r>
            <a:r>
              <a:rPr sz="1150" spc="28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entering</a:t>
            </a:r>
            <a:r>
              <a:rPr sz="1150" spc="30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3E4053"/>
                </a:solidFill>
                <a:latin typeface="Microsoft Sans Serif"/>
                <a:cs typeface="Microsoft Sans Serif"/>
              </a:rPr>
              <a:t>a</a:t>
            </a:r>
            <a:r>
              <a:rPr sz="1150" spc="27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high-</a:t>
            </a:r>
            <a:r>
              <a:rPr sz="1150" spc="45" dirty="0">
                <a:solidFill>
                  <a:srgbClr val="3E4053"/>
                </a:solidFill>
                <a:latin typeface="Microsoft Sans Serif"/>
                <a:cs typeface="Microsoft Sans Serif"/>
              </a:rPr>
              <a:t>growth,</a:t>
            </a:r>
            <a:r>
              <a:rPr sz="1150" spc="290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55" dirty="0">
                <a:solidFill>
                  <a:srgbClr val="3E4053"/>
                </a:solidFill>
                <a:latin typeface="Microsoft Sans Serif"/>
                <a:cs typeface="Microsoft Sans Serif"/>
              </a:rPr>
              <a:t>EV-</a:t>
            </a:r>
            <a:r>
              <a:rPr sz="1150" dirty="0">
                <a:solidFill>
                  <a:srgbClr val="3E4053"/>
                </a:solidFill>
                <a:latin typeface="Microsoft Sans Serif"/>
                <a:cs typeface="Microsoft Sans Serif"/>
              </a:rPr>
              <a:t>centric</a:t>
            </a:r>
            <a:r>
              <a:rPr sz="1150" spc="285" dirty="0">
                <a:solidFill>
                  <a:srgbClr val="3E4053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E4053"/>
                </a:solidFill>
                <a:latin typeface="Microsoft Sans Serif"/>
                <a:cs typeface="Microsoft Sans Serif"/>
              </a:rPr>
              <a:t>phase.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484310"/>
            <a:ext cx="5038661" cy="1123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136" y="2484310"/>
            <a:ext cx="5038725" cy="11239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075" y="3760660"/>
            <a:ext cx="5038661" cy="13620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91136" y="3760660"/>
            <a:ext cx="5038725" cy="1362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608</Words>
  <Application>Microsoft Office PowerPoint</Application>
  <PresentationFormat>Custom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SimSun</vt:lpstr>
      <vt:lpstr>Arial</vt:lpstr>
      <vt:lpstr>Calibri</vt:lpstr>
      <vt:lpstr>Microsoft Sans Serif</vt:lpstr>
      <vt:lpstr>Verdana</vt:lpstr>
      <vt:lpstr>Office Theme</vt:lpstr>
      <vt:lpstr>Research and In estment Recommendation in the Automobile Sector-2025</vt:lpstr>
      <vt:lpstr>O er iew of Indian Automobile Sector</vt:lpstr>
      <vt:lpstr>Market Size and Segmentation (FY24)</vt:lpstr>
      <vt:lpstr>Go ernment Initiati es and Policies</vt:lpstr>
      <vt:lpstr>Financial Comparison (Q1 FY25)</vt:lpstr>
      <vt:lpstr>Key Ratios and Metrics</vt:lpstr>
      <vt:lpstr>EV Strategy Comparison</vt:lpstr>
      <vt:lpstr>Financial Analysis 3 Ashok Leyland</vt:lpstr>
      <vt:lpstr>Financial Analysis 3 Toyota Kirloskar</vt:lpstr>
      <vt:lpstr>Conclusion C Recommendation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SAN</dc:creator>
  <cp:lastModifiedBy>SANKALP KHAMKAR</cp:lastModifiedBy>
  <cp:revision>1</cp:revision>
  <dcterms:created xsi:type="dcterms:W3CDTF">2025-08-04T07:15:40Z</dcterms:created>
  <dcterms:modified xsi:type="dcterms:W3CDTF">2025-08-04T07:16:11Z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2025-08-04T00:00:00Z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2025-08-04T00:00:00Z</vt:filetime>
  </property>
  <property fmtid="{D5CDD505-2E9C-101B-9397-08002B2CF9AE}" pid="5" name="Producer">
    <vt:lpwstr>Microsoft® Word 2019</vt:lpwstr>
  </property>
</Properties>
</file>